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11"/>
  </p:notesMasterIdLst>
  <p:sldIdLst>
    <p:sldId id="256" r:id="rId2"/>
    <p:sldId id="272" r:id="rId3"/>
    <p:sldId id="270" r:id="rId4"/>
    <p:sldId id="271" r:id="rId5"/>
    <p:sldId id="273" r:id="rId6"/>
    <p:sldId id="276" r:id="rId7"/>
    <p:sldId id="274" r:id="rId8"/>
    <p:sldId id="277" r:id="rId9"/>
    <p:sldId id="27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967"/>
    <p:restoredTop sz="94768"/>
  </p:normalViewPr>
  <p:slideViewPr>
    <p:cSldViewPr snapToGrid="0">
      <p:cViewPr varScale="1">
        <p:scale>
          <a:sx n="99" d="100"/>
          <a:sy n="99" d="100"/>
        </p:scale>
        <p:origin x="20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AA4804-0084-7B49-B2AD-C5AF3A1B94D7}" type="doc">
      <dgm:prSet loTypeId="urn:microsoft.com/office/officeart/2005/8/layout/hProcess11" loCatId="" qsTypeId="urn:microsoft.com/office/officeart/2005/8/quickstyle/simple1" qsCatId="simple" csTypeId="urn:microsoft.com/office/officeart/2005/8/colors/accent4_5" csCatId="accent4" phldr="1"/>
      <dgm:spPr/>
    </dgm:pt>
    <dgm:pt modelId="{23429214-C37D-6442-975E-5D0C38A58F1E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2022 (Y1)</a:t>
          </a:r>
        </a:p>
      </dgm:t>
    </dgm:pt>
    <dgm:pt modelId="{A4DF0AF5-CCC6-9E4B-8DAE-814C052BB8B8}" type="parTrans" cxnId="{DED8F83B-EE37-8E49-8E19-42313E3E20B2}">
      <dgm:prSet/>
      <dgm:spPr/>
      <dgm:t>
        <a:bodyPr/>
        <a:lstStyle/>
        <a:p>
          <a:endParaRPr lang="en-US"/>
        </a:p>
      </dgm:t>
    </dgm:pt>
    <dgm:pt modelId="{4E63F244-68BC-5A46-BA6E-52015AE20619}" type="sibTrans" cxnId="{DED8F83B-EE37-8E49-8E19-42313E3E20B2}">
      <dgm:prSet/>
      <dgm:spPr/>
      <dgm:t>
        <a:bodyPr/>
        <a:lstStyle/>
        <a:p>
          <a:endParaRPr lang="en-US"/>
        </a:p>
      </dgm:t>
    </dgm:pt>
    <dgm:pt modelId="{EE3602A8-02FD-7145-A7EB-8265B4543B5A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2025 (Y4)</a:t>
          </a:r>
        </a:p>
      </dgm:t>
    </dgm:pt>
    <dgm:pt modelId="{E733A274-DC36-0C4E-928E-11BEA18DBA14}" type="parTrans" cxnId="{2CEBAD3B-19B2-CD47-B0E2-57C44DE42AC2}">
      <dgm:prSet/>
      <dgm:spPr/>
      <dgm:t>
        <a:bodyPr/>
        <a:lstStyle/>
        <a:p>
          <a:endParaRPr lang="en-US"/>
        </a:p>
      </dgm:t>
    </dgm:pt>
    <dgm:pt modelId="{D8C888A4-C797-9449-9155-AF567D730331}" type="sibTrans" cxnId="{2CEBAD3B-19B2-CD47-B0E2-57C44DE42AC2}">
      <dgm:prSet/>
      <dgm:spPr/>
      <dgm:t>
        <a:bodyPr/>
        <a:lstStyle/>
        <a:p>
          <a:endParaRPr lang="en-US"/>
        </a:p>
      </dgm:t>
    </dgm:pt>
    <dgm:pt modelId="{56FE6290-D65E-674E-A156-7BD33AE79ACB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2026</a:t>
          </a:r>
        </a:p>
      </dgm:t>
    </dgm:pt>
    <dgm:pt modelId="{A248581B-5A70-2049-8054-99DD532E0225}" type="parTrans" cxnId="{DFCDB9C1-1AC9-2946-AD35-C6A70C9A6B6B}">
      <dgm:prSet/>
      <dgm:spPr/>
      <dgm:t>
        <a:bodyPr/>
        <a:lstStyle/>
        <a:p>
          <a:endParaRPr lang="en-US"/>
        </a:p>
      </dgm:t>
    </dgm:pt>
    <dgm:pt modelId="{CF5A9EEC-073C-584A-A807-7DAD89D11286}" type="sibTrans" cxnId="{DFCDB9C1-1AC9-2946-AD35-C6A70C9A6B6B}">
      <dgm:prSet/>
      <dgm:spPr/>
      <dgm:t>
        <a:bodyPr/>
        <a:lstStyle/>
        <a:p>
          <a:endParaRPr lang="en-US"/>
        </a:p>
      </dgm:t>
    </dgm:pt>
    <dgm:pt modelId="{9AD26F20-238D-D74F-8CAA-5A864D2F1585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2023 (Y2)</a:t>
          </a:r>
        </a:p>
      </dgm:t>
    </dgm:pt>
    <dgm:pt modelId="{B0B685B9-89C6-F84C-A586-6D878253E518}" type="parTrans" cxnId="{827670A1-7F97-3449-963B-52166E54509A}">
      <dgm:prSet/>
      <dgm:spPr/>
      <dgm:t>
        <a:bodyPr/>
        <a:lstStyle/>
        <a:p>
          <a:endParaRPr lang="en-US"/>
        </a:p>
      </dgm:t>
    </dgm:pt>
    <dgm:pt modelId="{818E8DE1-0057-3445-A221-3D9E5193366B}" type="sibTrans" cxnId="{827670A1-7F97-3449-963B-52166E54509A}">
      <dgm:prSet/>
      <dgm:spPr/>
      <dgm:t>
        <a:bodyPr/>
        <a:lstStyle/>
        <a:p>
          <a:endParaRPr lang="en-US"/>
        </a:p>
      </dgm:t>
    </dgm:pt>
    <dgm:pt modelId="{E3836C62-8821-224E-9CA6-99DA197E183D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2024 (Y3)</a:t>
          </a:r>
        </a:p>
      </dgm:t>
    </dgm:pt>
    <dgm:pt modelId="{2E0DB76F-B0E6-7E40-B34E-A1786D336EB6}" type="parTrans" cxnId="{D0EB63B9-4A04-4443-BB6A-2FF4A7AD62BE}">
      <dgm:prSet/>
      <dgm:spPr/>
      <dgm:t>
        <a:bodyPr/>
        <a:lstStyle/>
        <a:p>
          <a:endParaRPr lang="en-US"/>
        </a:p>
      </dgm:t>
    </dgm:pt>
    <dgm:pt modelId="{D708F2DE-63A8-AD47-8AF6-1831B0D46E9B}" type="sibTrans" cxnId="{D0EB63B9-4A04-4443-BB6A-2FF4A7AD62BE}">
      <dgm:prSet/>
      <dgm:spPr/>
      <dgm:t>
        <a:bodyPr/>
        <a:lstStyle/>
        <a:p>
          <a:endParaRPr lang="en-US"/>
        </a:p>
      </dgm:t>
    </dgm:pt>
    <dgm:pt modelId="{735275BB-DC1E-6F44-A19D-2AB655918B29}" type="pres">
      <dgm:prSet presAssocID="{CCAA4804-0084-7B49-B2AD-C5AF3A1B94D7}" presName="Name0" presStyleCnt="0">
        <dgm:presLayoutVars>
          <dgm:dir/>
          <dgm:resizeHandles val="exact"/>
        </dgm:presLayoutVars>
      </dgm:prSet>
      <dgm:spPr/>
    </dgm:pt>
    <dgm:pt modelId="{9C45409D-6177-324B-B9DC-F8BEA4D26B1C}" type="pres">
      <dgm:prSet presAssocID="{CCAA4804-0084-7B49-B2AD-C5AF3A1B94D7}" presName="arrow" presStyleLbl="bgShp" presStyleIdx="0" presStyleCnt="1"/>
      <dgm:spPr/>
    </dgm:pt>
    <dgm:pt modelId="{E92517E5-76A3-8245-9643-678D19383DB9}" type="pres">
      <dgm:prSet presAssocID="{CCAA4804-0084-7B49-B2AD-C5AF3A1B94D7}" presName="points" presStyleCnt="0"/>
      <dgm:spPr/>
    </dgm:pt>
    <dgm:pt modelId="{2F49CEBF-D674-9946-B015-29CDDDFA820F}" type="pres">
      <dgm:prSet presAssocID="{23429214-C37D-6442-975E-5D0C38A58F1E}" presName="compositeA" presStyleCnt="0"/>
      <dgm:spPr/>
    </dgm:pt>
    <dgm:pt modelId="{7EF6AE30-ECAA-3C44-8D13-242EBEBCB73C}" type="pres">
      <dgm:prSet presAssocID="{23429214-C37D-6442-975E-5D0C38A58F1E}" presName="textA" presStyleLbl="revTx" presStyleIdx="0" presStyleCnt="5">
        <dgm:presLayoutVars>
          <dgm:bulletEnabled val="1"/>
        </dgm:presLayoutVars>
      </dgm:prSet>
      <dgm:spPr/>
    </dgm:pt>
    <dgm:pt modelId="{9FBC37CB-9939-DA48-BF3E-DA22264A2786}" type="pres">
      <dgm:prSet presAssocID="{23429214-C37D-6442-975E-5D0C38A58F1E}" presName="circleA" presStyleLbl="node1" presStyleIdx="0" presStyleCnt="5"/>
      <dgm:spPr/>
    </dgm:pt>
    <dgm:pt modelId="{537D0140-BD8B-DE47-AFA1-974F97AF5DD7}" type="pres">
      <dgm:prSet presAssocID="{23429214-C37D-6442-975E-5D0C38A58F1E}" presName="spaceA" presStyleCnt="0"/>
      <dgm:spPr/>
    </dgm:pt>
    <dgm:pt modelId="{9C793E0D-4257-1440-8974-304D84B4977B}" type="pres">
      <dgm:prSet presAssocID="{4E63F244-68BC-5A46-BA6E-52015AE20619}" presName="space" presStyleCnt="0"/>
      <dgm:spPr/>
    </dgm:pt>
    <dgm:pt modelId="{344C4424-4966-9C4B-97E8-7187D41E1FC9}" type="pres">
      <dgm:prSet presAssocID="{9AD26F20-238D-D74F-8CAA-5A864D2F1585}" presName="compositeB" presStyleCnt="0"/>
      <dgm:spPr/>
    </dgm:pt>
    <dgm:pt modelId="{A1876897-DEE4-5745-8363-8633B647FDBB}" type="pres">
      <dgm:prSet presAssocID="{9AD26F20-238D-D74F-8CAA-5A864D2F1585}" presName="textB" presStyleLbl="revTx" presStyleIdx="1" presStyleCnt="5">
        <dgm:presLayoutVars>
          <dgm:bulletEnabled val="1"/>
        </dgm:presLayoutVars>
      </dgm:prSet>
      <dgm:spPr/>
    </dgm:pt>
    <dgm:pt modelId="{1881B784-0A7B-D942-A894-1B422DBB38EF}" type="pres">
      <dgm:prSet presAssocID="{9AD26F20-238D-D74F-8CAA-5A864D2F1585}" presName="circleB" presStyleLbl="node1" presStyleIdx="1" presStyleCnt="5"/>
      <dgm:spPr/>
    </dgm:pt>
    <dgm:pt modelId="{764CA18E-75B0-3A4D-87E1-D66E8602522A}" type="pres">
      <dgm:prSet presAssocID="{9AD26F20-238D-D74F-8CAA-5A864D2F1585}" presName="spaceB" presStyleCnt="0"/>
      <dgm:spPr/>
    </dgm:pt>
    <dgm:pt modelId="{F12EAC5D-F28C-9643-9996-72C0EC4F29C1}" type="pres">
      <dgm:prSet presAssocID="{818E8DE1-0057-3445-A221-3D9E5193366B}" presName="space" presStyleCnt="0"/>
      <dgm:spPr/>
    </dgm:pt>
    <dgm:pt modelId="{80B9B3C9-3C04-1F47-969F-AD8602EDDE88}" type="pres">
      <dgm:prSet presAssocID="{E3836C62-8821-224E-9CA6-99DA197E183D}" presName="compositeA" presStyleCnt="0"/>
      <dgm:spPr/>
    </dgm:pt>
    <dgm:pt modelId="{19621BE1-DB17-0147-AFB1-AFF9BB4B186C}" type="pres">
      <dgm:prSet presAssocID="{E3836C62-8821-224E-9CA6-99DA197E183D}" presName="textA" presStyleLbl="revTx" presStyleIdx="2" presStyleCnt="5">
        <dgm:presLayoutVars>
          <dgm:bulletEnabled val="1"/>
        </dgm:presLayoutVars>
      </dgm:prSet>
      <dgm:spPr/>
    </dgm:pt>
    <dgm:pt modelId="{EDA9F8C6-C0A4-0441-9CEA-9AB7D571DD3C}" type="pres">
      <dgm:prSet presAssocID="{E3836C62-8821-224E-9CA6-99DA197E183D}" presName="circleA" presStyleLbl="node1" presStyleIdx="2" presStyleCnt="5"/>
      <dgm:spPr/>
    </dgm:pt>
    <dgm:pt modelId="{BB1A0870-875B-DE46-8266-996D29CA7C5F}" type="pres">
      <dgm:prSet presAssocID="{E3836C62-8821-224E-9CA6-99DA197E183D}" presName="spaceA" presStyleCnt="0"/>
      <dgm:spPr/>
    </dgm:pt>
    <dgm:pt modelId="{75C979BE-02DD-D041-B879-E43E266578FC}" type="pres">
      <dgm:prSet presAssocID="{D708F2DE-63A8-AD47-8AF6-1831B0D46E9B}" presName="space" presStyleCnt="0"/>
      <dgm:spPr/>
    </dgm:pt>
    <dgm:pt modelId="{AC66C187-6DCC-CF4C-A3B2-4FBF4EE9F8F8}" type="pres">
      <dgm:prSet presAssocID="{EE3602A8-02FD-7145-A7EB-8265B4543B5A}" presName="compositeB" presStyleCnt="0"/>
      <dgm:spPr/>
    </dgm:pt>
    <dgm:pt modelId="{9FB7776B-8064-624F-BE67-27CF7646BFA3}" type="pres">
      <dgm:prSet presAssocID="{EE3602A8-02FD-7145-A7EB-8265B4543B5A}" presName="textB" presStyleLbl="revTx" presStyleIdx="3" presStyleCnt="5">
        <dgm:presLayoutVars>
          <dgm:bulletEnabled val="1"/>
        </dgm:presLayoutVars>
      </dgm:prSet>
      <dgm:spPr/>
    </dgm:pt>
    <dgm:pt modelId="{500F6200-5995-FB47-B365-F3A1043A7986}" type="pres">
      <dgm:prSet presAssocID="{EE3602A8-02FD-7145-A7EB-8265B4543B5A}" presName="circleB" presStyleLbl="node1" presStyleIdx="3" presStyleCnt="5"/>
      <dgm:spPr/>
    </dgm:pt>
    <dgm:pt modelId="{7234407F-E8F2-C147-85E2-7085BE06CDBE}" type="pres">
      <dgm:prSet presAssocID="{EE3602A8-02FD-7145-A7EB-8265B4543B5A}" presName="spaceB" presStyleCnt="0"/>
      <dgm:spPr/>
    </dgm:pt>
    <dgm:pt modelId="{17B4D13A-BE7D-2E40-AF4C-BFB9B37F9776}" type="pres">
      <dgm:prSet presAssocID="{D8C888A4-C797-9449-9155-AF567D730331}" presName="space" presStyleCnt="0"/>
      <dgm:spPr/>
    </dgm:pt>
    <dgm:pt modelId="{C8A0D05A-7BA6-7F4F-A371-BA8FC7E9CDBA}" type="pres">
      <dgm:prSet presAssocID="{56FE6290-D65E-674E-A156-7BD33AE79ACB}" presName="compositeA" presStyleCnt="0"/>
      <dgm:spPr/>
    </dgm:pt>
    <dgm:pt modelId="{B98AAFCA-39B8-2C4C-B4F2-60FC5BECDD23}" type="pres">
      <dgm:prSet presAssocID="{56FE6290-D65E-674E-A156-7BD33AE79ACB}" presName="textA" presStyleLbl="revTx" presStyleIdx="4" presStyleCnt="5">
        <dgm:presLayoutVars>
          <dgm:bulletEnabled val="1"/>
        </dgm:presLayoutVars>
      </dgm:prSet>
      <dgm:spPr/>
    </dgm:pt>
    <dgm:pt modelId="{3EFD01D8-2E4F-0343-B666-155054B16CD9}" type="pres">
      <dgm:prSet presAssocID="{56FE6290-D65E-674E-A156-7BD33AE79ACB}" presName="circleA" presStyleLbl="node1" presStyleIdx="4" presStyleCnt="5"/>
      <dgm:spPr/>
    </dgm:pt>
    <dgm:pt modelId="{41F81797-C093-284C-B522-C4E0325FDBA1}" type="pres">
      <dgm:prSet presAssocID="{56FE6290-D65E-674E-A156-7BD33AE79ACB}" presName="spaceA" presStyleCnt="0"/>
      <dgm:spPr/>
    </dgm:pt>
  </dgm:ptLst>
  <dgm:cxnLst>
    <dgm:cxn modelId="{99645027-DA1B-A44C-9CDB-C1A9CFE3112C}" type="presOf" srcId="{E3836C62-8821-224E-9CA6-99DA197E183D}" destId="{19621BE1-DB17-0147-AFB1-AFF9BB4B186C}" srcOrd="0" destOrd="0" presId="urn:microsoft.com/office/officeart/2005/8/layout/hProcess11"/>
    <dgm:cxn modelId="{8CDAAD37-C9EF-D049-A38F-C672EA0EB266}" type="presOf" srcId="{CCAA4804-0084-7B49-B2AD-C5AF3A1B94D7}" destId="{735275BB-DC1E-6F44-A19D-2AB655918B29}" srcOrd="0" destOrd="0" presId="urn:microsoft.com/office/officeart/2005/8/layout/hProcess11"/>
    <dgm:cxn modelId="{2CEBAD3B-19B2-CD47-B0E2-57C44DE42AC2}" srcId="{CCAA4804-0084-7B49-B2AD-C5AF3A1B94D7}" destId="{EE3602A8-02FD-7145-A7EB-8265B4543B5A}" srcOrd="3" destOrd="0" parTransId="{E733A274-DC36-0C4E-928E-11BEA18DBA14}" sibTransId="{D8C888A4-C797-9449-9155-AF567D730331}"/>
    <dgm:cxn modelId="{DED8F83B-EE37-8E49-8E19-42313E3E20B2}" srcId="{CCAA4804-0084-7B49-B2AD-C5AF3A1B94D7}" destId="{23429214-C37D-6442-975E-5D0C38A58F1E}" srcOrd="0" destOrd="0" parTransId="{A4DF0AF5-CCC6-9E4B-8DAE-814C052BB8B8}" sibTransId="{4E63F244-68BC-5A46-BA6E-52015AE20619}"/>
    <dgm:cxn modelId="{74390F75-C7EB-FA4D-A5FA-A56CD403AE33}" type="presOf" srcId="{9AD26F20-238D-D74F-8CAA-5A864D2F1585}" destId="{A1876897-DEE4-5745-8363-8633B647FDBB}" srcOrd="0" destOrd="0" presId="urn:microsoft.com/office/officeart/2005/8/layout/hProcess11"/>
    <dgm:cxn modelId="{C0A3C386-4DF8-094D-BF30-707B058E4F06}" type="presOf" srcId="{56FE6290-D65E-674E-A156-7BD33AE79ACB}" destId="{B98AAFCA-39B8-2C4C-B4F2-60FC5BECDD23}" srcOrd="0" destOrd="0" presId="urn:microsoft.com/office/officeart/2005/8/layout/hProcess11"/>
    <dgm:cxn modelId="{223AB38E-5C89-504C-8AD6-8C50147D4A3F}" type="presOf" srcId="{23429214-C37D-6442-975E-5D0C38A58F1E}" destId="{7EF6AE30-ECAA-3C44-8D13-242EBEBCB73C}" srcOrd="0" destOrd="0" presId="urn:microsoft.com/office/officeart/2005/8/layout/hProcess11"/>
    <dgm:cxn modelId="{827670A1-7F97-3449-963B-52166E54509A}" srcId="{CCAA4804-0084-7B49-B2AD-C5AF3A1B94D7}" destId="{9AD26F20-238D-D74F-8CAA-5A864D2F1585}" srcOrd="1" destOrd="0" parTransId="{B0B685B9-89C6-F84C-A586-6D878253E518}" sibTransId="{818E8DE1-0057-3445-A221-3D9E5193366B}"/>
    <dgm:cxn modelId="{D0EB63B9-4A04-4443-BB6A-2FF4A7AD62BE}" srcId="{CCAA4804-0084-7B49-B2AD-C5AF3A1B94D7}" destId="{E3836C62-8821-224E-9CA6-99DA197E183D}" srcOrd="2" destOrd="0" parTransId="{2E0DB76F-B0E6-7E40-B34E-A1786D336EB6}" sibTransId="{D708F2DE-63A8-AD47-8AF6-1831B0D46E9B}"/>
    <dgm:cxn modelId="{DFCDB9C1-1AC9-2946-AD35-C6A70C9A6B6B}" srcId="{CCAA4804-0084-7B49-B2AD-C5AF3A1B94D7}" destId="{56FE6290-D65E-674E-A156-7BD33AE79ACB}" srcOrd="4" destOrd="0" parTransId="{A248581B-5A70-2049-8054-99DD532E0225}" sibTransId="{CF5A9EEC-073C-584A-A807-7DAD89D11286}"/>
    <dgm:cxn modelId="{FE1C95C3-C8EB-CA4F-A7C7-49EB60E2E5B5}" type="presOf" srcId="{EE3602A8-02FD-7145-A7EB-8265B4543B5A}" destId="{9FB7776B-8064-624F-BE67-27CF7646BFA3}" srcOrd="0" destOrd="0" presId="urn:microsoft.com/office/officeart/2005/8/layout/hProcess11"/>
    <dgm:cxn modelId="{50899C89-9856-7143-B0DD-4EADA4B9189B}" type="presParOf" srcId="{735275BB-DC1E-6F44-A19D-2AB655918B29}" destId="{9C45409D-6177-324B-B9DC-F8BEA4D26B1C}" srcOrd="0" destOrd="0" presId="urn:microsoft.com/office/officeart/2005/8/layout/hProcess11"/>
    <dgm:cxn modelId="{30673E0A-DBCD-C149-BEFD-D3C70A9D7362}" type="presParOf" srcId="{735275BB-DC1E-6F44-A19D-2AB655918B29}" destId="{E92517E5-76A3-8245-9643-678D19383DB9}" srcOrd="1" destOrd="0" presId="urn:microsoft.com/office/officeart/2005/8/layout/hProcess11"/>
    <dgm:cxn modelId="{61B8DFFC-EEC9-E94E-9CE9-9119AB36A7E3}" type="presParOf" srcId="{E92517E5-76A3-8245-9643-678D19383DB9}" destId="{2F49CEBF-D674-9946-B015-29CDDDFA820F}" srcOrd="0" destOrd="0" presId="urn:microsoft.com/office/officeart/2005/8/layout/hProcess11"/>
    <dgm:cxn modelId="{9B360FA1-3564-1B49-A06C-2D3B423413D3}" type="presParOf" srcId="{2F49CEBF-D674-9946-B015-29CDDDFA820F}" destId="{7EF6AE30-ECAA-3C44-8D13-242EBEBCB73C}" srcOrd="0" destOrd="0" presId="urn:microsoft.com/office/officeart/2005/8/layout/hProcess11"/>
    <dgm:cxn modelId="{A581086C-EE7B-2042-8DF4-58165E2A865D}" type="presParOf" srcId="{2F49CEBF-D674-9946-B015-29CDDDFA820F}" destId="{9FBC37CB-9939-DA48-BF3E-DA22264A2786}" srcOrd="1" destOrd="0" presId="urn:microsoft.com/office/officeart/2005/8/layout/hProcess11"/>
    <dgm:cxn modelId="{2A55A90B-5828-1C41-8014-331DF27B254C}" type="presParOf" srcId="{2F49CEBF-D674-9946-B015-29CDDDFA820F}" destId="{537D0140-BD8B-DE47-AFA1-974F97AF5DD7}" srcOrd="2" destOrd="0" presId="urn:microsoft.com/office/officeart/2005/8/layout/hProcess11"/>
    <dgm:cxn modelId="{5EFC7816-A993-A742-99C6-C3411DBB679D}" type="presParOf" srcId="{E92517E5-76A3-8245-9643-678D19383DB9}" destId="{9C793E0D-4257-1440-8974-304D84B4977B}" srcOrd="1" destOrd="0" presId="urn:microsoft.com/office/officeart/2005/8/layout/hProcess11"/>
    <dgm:cxn modelId="{F504F7C5-C151-2B4B-BC18-915734E1F734}" type="presParOf" srcId="{E92517E5-76A3-8245-9643-678D19383DB9}" destId="{344C4424-4966-9C4B-97E8-7187D41E1FC9}" srcOrd="2" destOrd="0" presId="urn:microsoft.com/office/officeart/2005/8/layout/hProcess11"/>
    <dgm:cxn modelId="{79F359C0-E24E-B444-9EFF-D089ED80ACD8}" type="presParOf" srcId="{344C4424-4966-9C4B-97E8-7187D41E1FC9}" destId="{A1876897-DEE4-5745-8363-8633B647FDBB}" srcOrd="0" destOrd="0" presId="urn:microsoft.com/office/officeart/2005/8/layout/hProcess11"/>
    <dgm:cxn modelId="{7C7627AC-8BC4-1740-B589-9C665740093B}" type="presParOf" srcId="{344C4424-4966-9C4B-97E8-7187D41E1FC9}" destId="{1881B784-0A7B-D942-A894-1B422DBB38EF}" srcOrd="1" destOrd="0" presId="urn:microsoft.com/office/officeart/2005/8/layout/hProcess11"/>
    <dgm:cxn modelId="{331BD1C6-B28E-6B48-BF2F-4793C8950E50}" type="presParOf" srcId="{344C4424-4966-9C4B-97E8-7187D41E1FC9}" destId="{764CA18E-75B0-3A4D-87E1-D66E8602522A}" srcOrd="2" destOrd="0" presId="urn:microsoft.com/office/officeart/2005/8/layout/hProcess11"/>
    <dgm:cxn modelId="{686ADE6E-9EDE-2C4D-AAFD-6B37F8F38960}" type="presParOf" srcId="{E92517E5-76A3-8245-9643-678D19383DB9}" destId="{F12EAC5D-F28C-9643-9996-72C0EC4F29C1}" srcOrd="3" destOrd="0" presId="urn:microsoft.com/office/officeart/2005/8/layout/hProcess11"/>
    <dgm:cxn modelId="{5685ED9C-D160-E940-B7F5-A9BED2773114}" type="presParOf" srcId="{E92517E5-76A3-8245-9643-678D19383DB9}" destId="{80B9B3C9-3C04-1F47-969F-AD8602EDDE88}" srcOrd="4" destOrd="0" presId="urn:microsoft.com/office/officeart/2005/8/layout/hProcess11"/>
    <dgm:cxn modelId="{BF7D1648-BC83-1246-9B76-B1A07F954109}" type="presParOf" srcId="{80B9B3C9-3C04-1F47-969F-AD8602EDDE88}" destId="{19621BE1-DB17-0147-AFB1-AFF9BB4B186C}" srcOrd="0" destOrd="0" presId="urn:microsoft.com/office/officeart/2005/8/layout/hProcess11"/>
    <dgm:cxn modelId="{175F937B-6427-0642-9B02-2E5B97F4D93D}" type="presParOf" srcId="{80B9B3C9-3C04-1F47-969F-AD8602EDDE88}" destId="{EDA9F8C6-C0A4-0441-9CEA-9AB7D571DD3C}" srcOrd="1" destOrd="0" presId="urn:microsoft.com/office/officeart/2005/8/layout/hProcess11"/>
    <dgm:cxn modelId="{7B8A0E75-86FD-844E-9146-7CE1CC37E6B9}" type="presParOf" srcId="{80B9B3C9-3C04-1F47-969F-AD8602EDDE88}" destId="{BB1A0870-875B-DE46-8266-996D29CA7C5F}" srcOrd="2" destOrd="0" presId="urn:microsoft.com/office/officeart/2005/8/layout/hProcess11"/>
    <dgm:cxn modelId="{FDAD74C9-6333-2E42-A730-7178B7C9E655}" type="presParOf" srcId="{E92517E5-76A3-8245-9643-678D19383DB9}" destId="{75C979BE-02DD-D041-B879-E43E266578FC}" srcOrd="5" destOrd="0" presId="urn:microsoft.com/office/officeart/2005/8/layout/hProcess11"/>
    <dgm:cxn modelId="{B5151F3B-A68C-F647-9206-1BAD89503BB6}" type="presParOf" srcId="{E92517E5-76A3-8245-9643-678D19383DB9}" destId="{AC66C187-6DCC-CF4C-A3B2-4FBF4EE9F8F8}" srcOrd="6" destOrd="0" presId="urn:microsoft.com/office/officeart/2005/8/layout/hProcess11"/>
    <dgm:cxn modelId="{5F819525-FCF7-0248-8696-15CAEBCC1EC9}" type="presParOf" srcId="{AC66C187-6DCC-CF4C-A3B2-4FBF4EE9F8F8}" destId="{9FB7776B-8064-624F-BE67-27CF7646BFA3}" srcOrd="0" destOrd="0" presId="urn:microsoft.com/office/officeart/2005/8/layout/hProcess11"/>
    <dgm:cxn modelId="{B03667A5-F7D1-DA4A-8D39-1384BD067D62}" type="presParOf" srcId="{AC66C187-6DCC-CF4C-A3B2-4FBF4EE9F8F8}" destId="{500F6200-5995-FB47-B365-F3A1043A7986}" srcOrd="1" destOrd="0" presId="urn:microsoft.com/office/officeart/2005/8/layout/hProcess11"/>
    <dgm:cxn modelId="{160B23D9-F262-9842-9F1C-CB8B379A0B04}" type="presParOf" srcId="{AC66C187-6DCC-CF4C-A3B2-4FBF4EE9F8F8}" destId="{7234407F-E8F2-C147-85E2-7085BE06CDBE}" srcOrd="2" destOrd="0" presId="urn:microsoft.com/office/officeart/2005/8/layout/hProcess11"/>
    <dgm:cxn modelId="{B0ABC8C8-3527-7140-A5E6-8CFAD68556FA}" type="presParOf" srcId="{E92517E5-76A3-8245-9643-678D19383DB9}" destId="{17B4D13A-BE7D-2E40-AF4C-BFB9B37F9776}" srcOrd="7" destOrd="0" presId="urn:microsoft.com/office/officeart/2005/8/layout/hProcess11"/>
    <dgm:cxn modelId="{C0545FC4-FEEF-C548-9F7E-8319AEE69661}" type="presParOf" srcId="{E92517E5-76A3-8245-9643-678D19383DB9}" destId="{C8A0D05A-7BA6-7F4F-A371-BA8FC7E9CDBA}" srcOrd="8" destOrd="0" presId="urn:microsoft.com/office/officeart/2005/8/layout/hProcess11"/>
    <dgm:cxn modelId="{736FD2EF-F1A9-4041-BF3E-E8E65DE733DB}" type="presParOf" srcId="{C8A0D05A-7BA6-7F4F-A371-BA8FC7E9CDBA}" destId="{B98AAFCA-39B8-2C4C-B4F2-60FC5BECDD23}" srcOrd="0" destOrd="0" presId="urn:microsoft.com/office/officeart/2005/8/layout/hProcess11"/>
    <dgm:cxn modelId="{88F84AF7-4EAC-2847-9D2F-743F9113E009}" type="presParOf" srcId="{C8A0D05A-7BA6-7F4F-A371-BA8FC7E9CDBA}" destId="{3EFD01D8-2E4F-0343-B666-155054B16CD9}" srcOrd="1" destOrd="0" presId="urn:microsoft.com/office/officeart/2005/8/layout/hProcess11"/>
    <dgm:cxn modelId="{5F95F946-7C5B-194F-BF94-2E817FC4BC08}" type="presParOf" srcId="{C8A0D05A-7BA6-7F4F-A371-BA8FC7E9CDBA}" destId="{41F81797-C093-284C-B522-C4E0325FDBA1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386507-EA9A-CD4E-9F2D-1D3D908799C3}" type="doc">
      <dgm:prSet loTypeId="urn:microsoft.com/office/officeart/2005/8/layout/list1" loCatId="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2D0545FA-2788-104B-98F9-6E001D096DB9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1. Term</a:t>
          </a:r>
        </a:p>
      </dgm:t>
    </dgm:pt>
    <dgm:pt modelId="{CA583DA0-7ADC-1E41-8268-152D22D39C2B}" type="parTrans" cxnId="{43D6C6EE-04B8-6B4A-88A6-890F0C2BBE06}">
      <dgm:prSet/>
      <dgm:spPr/>
      <dgm:t>
        <a:bodyPr/>
        <a:lstStyle/>
        <a:p>
          <a:endParaRPr lang="en-US"/>
        </a:p>
      </dgm:t>
    </dgm:pt>
    <dgm:pt modelId="{7AE458BE-C2E6-AB44-8EF7-D50D21648676}" type="sibTrans" cxnId="{43D6C6EE-04B8-6B4A-88A6-890F0C2BBE06}">
      <dgm:prSet/>
      <dgm:spPr/>
      <dgm:t>
        <a:bodyPr/>
        <a:lstStyle/>
        <a:p>
          <a:endParaRPr lang="en-US"/>
        </a:p>
      </dgm:t>
    </dgm:pt>
    <dgm:pt modelId="{5C5A9AE9-83AF-1140-8E2D-D958F95DD822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How many years?</a:t>
          </a:r>
        </a:p>
      </dgm:t>
    </dgm:pt>
    <dgm:pt modelId="{3F3A5C33-01DB-7E49-AC0B-4B8B06C1AF26}" type="parTrans" cxnId="{58A42E12-2C48-DB43-A5DD-DA028E398FD5}">
      <dgm:prSet/>
      <dgm:spPr/>
      <dgm:t>
        <a:bodyPr/>
        <a:lstStyle/>
        <a:p>
          <a:endParaRPr lang="en-US"/>
        </a:p>
      </dgm:t>
    </dgm:pt>
    <dgm:pt modelId="{EE665E13-AF54-B844-A09C-C83C8F70E9B9}" type="sibTrans" cxnId="{58A42E12-2C48-DB43-A5DD-DA028E398FD5}">
      <dgm:prSet/>
      <dgm:spPr/>
      <dgm:t>
        <a:bodyPr/>
        <a:lstStyle/>
        <a:p>
          <a:endParaRPr lang="en-US"/>
        </a:p>
      </dgm:t>
    </dgm:pt>
    <dgm:pt modelId="{871CB012-F695-F046-AEB1-988A3E12A41C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2. AAV</a:t>
          </a:r>
        </a:p>
      </dgm:t>
    </dgm:pt>
    <dgm:pt modelId="{AAC14F95-6B33-9A46-87DF-C939DB5375B5}" type="parTrans" cxnId="{334187D8-12F8-024C-B567-DE10679B00EF}">
      <dgm:prSet/>
      <dgm:spPr/>
      <dgm:t>
        <a:bodyPr/>
        <a:lstStyle/>
        <a:p>
          <a:endParaRPr lang="en-US"/>
        </a:p>
      </dgm:t>
    </dgm:pt>
    <dgm:pt modelId="{C8D474E5-6BB0-2D4E-8C66-03DC32711A3A}" type="sibTrans" cxnId="{334187D8-12F8-024C-B567-DE10679B00EF}">
      <dgm:prSet/>
      <dgm:spPr/>
      <dgm:t>
        <a:bodyPr/>
        <a:lstStyle/>
        <a:p>
          <a:endParaRPr lang="en-US"/>
        </a:p>
      </dgm:t>
    </dgm:pt>
    <dgm:pt modelId="{3184A90F-AECA-7B4F-907B-34CF368CB530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How much $ every year?</a:t>
          </a:r>
        </a:p>
      </dgm:t>
    </dgm:pt>
    <dgm:pt modelId="{4360BCCC-D35A-3D42-B4E2-3F0E3DE72774}" type="parTrans" cxnId="{9DE28011-535D-8547-B1FE-4D036A579241}">
      <dgm:prSet/>
      <dgm:spPr/>
      <dgm:t>
        <a:bodyPr/>
        <a:lstStyle/>
        <a:p>
          <a:endParaRPr lang="en-US"/>
        </a:p>
      </dgm:t>
    </dgm:pt>
    <dgm:pt modelId="{AF655B22-3169-EF40-972B-FD6489FA8B7B}" type="sibTrans" cxnId="{9DE28011-535D-8547-B1FE-4D036A579241}">
      <dgm:prSet/>
      <dgm:spPr/>
      <dgm:t>
        <a:bodyPr/>
        <a:lstStyle/>
        <a:p>
          <a:endParaRPr lang="en-US"/>
        </a:p>
      </dgm:t>
    </dgm:pt>
    <dgm:pt modelId="{319CDA38-DF89-2F40-8B30-56C680302166}" type="pres">
      <dgm:prSet presAssocID="{58386507-EA9A-CD4E-9F2D-1D3D908799C3}" presName="linear" presStyleCnt="0">
        <dgm:presLayoutVars>
          <dgm:dir/>
          <dgm:animLvl val="lvl"/>
          <dgm:resizeHandles val="exact"/>
        </dgm:presLayoutVars>
      </dgm:prSet>
      <dgm:spPr/>
    </dgm:pt>
    <dgm:pt modelId="{5656FFFF-AF65-9D41-9C43-CD16AE4B6CBD}" type="pres">
      <dgm:prSet presAssocID="{2D0545FA-2788-104B-98F9-6E001D096DB9}" presName="parentLin" presStyleCnt="0"/>
      <dgm:spPr/>
    </dgm:pt>
    <dgm:pt modelId="{6808F8F3-6FFC-684D-856D-6B0D830F2A1D}" type="pres">
      <dgm:prSet presAssocID="{2D0545FA-2788-104B-98F9-6E001D096DB9}" presName="parentLeftMargin" presStyleLbl="node1" presStyleIdx="0" presStyleCnt="2"/>
      <dgm:spPr/>
    </dgm:pt>
    <dgm:pt modelId="{99F420EA-2C5E-B942-9CAD-2D6AE567E7E0}" type="pres">
      <dgm:prSet presAssocID="{2D0545FA-2788-104B-98F9-6E001D096DB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2078DF6-06B6-9343-B9B9-60B7D22974A6}" type="pres">
      <dgm:prSet presAssocID="{2D0545FA-2788-104B-98F9-6E001D096DB9}" presName="negativeSpace" presStyleCnt="0"/>
      <dgm:spPr/>
    </dgm:pt>
    <dgm:pt modelId="{E42CB8AC-FAB3-F346-A88D-1B9D0327C2E1}" type="pres">
      <dgm:prSet presAssocID="{2D0545FA-2788-104B-98F9-6E001D096DB9}" presName="childText" presStyleLbl="conFgAcc1" presStyleIdx="0" presStyleCnt="2">
        <dgm:presLayoutVars>
          <dgm:bulletEnabled val="1"/>
        </dgm:presLayoutVars>
      </dgm:prSet>
      <dgm:spPr/>
    </dgm:pt>
    <dgm:pt modelId="{D5ED9423-6D92-394F-A4FF-2E5D83910318}" type="pres">
      <dgm:prSet presAssocID="{7AE458BE-C2E6-AB44-8EF7-D50D21648676}" presName="spaceBetweenRectangles" presStyleCnt="0"/>
      <dgm:spPr/>
    </dgm:pt>
    <dgm:pt modelId="{55DDD3AC-10D9-E543-9F71-37C3B7ACFDA7}" type="pres">
      <dgm:prSet presAssocID="{871CB012-F695-F046-AEB1-988A3E12A41C}" presName="parentLin" presStyleCnt="0"/>
      <dgm:spPr/>
    </dgm:pt>
    <dgm:pt modelId="{168C6618-FB45-6F40-80BC-6C0CF6A1D7F0}" type="pres">
      <dgm:prSet presAssocID="{871CB012-F695-F046-AEB1-988A3E12A41C}" presName="parentLeftMargin" presStyleLbl="node1" presStyleIdx="0" presStyleCnt="2"/>
      <dgm:spPr/>
    </dgm:pt>
    <dgm:pt modelId="{4202EF24-ED58-BB46-B692-D64B551209AB}" type="pres">
      <dgm:prSet presAssocID="{871CB012-F695-F046-AEB1-988A3E12A41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18CBABE-695D-E646-A742-C6B85C2B76DB}" type="pres">
      <dgm:prSet presAssocID="{871CB012-F695-F046-AEB1-988A3E12A41C}" presName="negativeSpace" presStyleCnt="0"/>
      <dgm:spPr/>
    </dgm:pt>
    <dgm:pt modelId="{27711805-C86C-7F44-B2C2-751B0586154D}" type="pres">
      <dgm:prSet presAssocID="{871CB012-F695-F046-AEB1-988A3E12A41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9DE28011-535D-8547-B1FE-4D036A579241}" srcId="{871CB012-F695-F046-AEB1-988A3E12A41C}" destId="{3184A90F-AECA-7B4F-907B-34CF368CB530}" srcOrd="0" destOrd="0" parTransId="{4360BCCC-D35A-3D42-B4E2-3F0E3DE72774}" sibTransId="{AF655B22-3169-EF40-972B-FD6489FA8B7B}"/>
    <dgm:cxn modelId="{58A42E12-2C48-DB43-A5DD-DA028E398FD5}" srcId="{2D0545FA-2788-104B-98F9-6E001D096DB9}" destId="{5C5A9AE9-83AF-1140-8E2D-D958F95DD822}" srcOrd="0" destOrd="0" parTransId="{3F3A5C33-01DB-7E49-AC0B-4B8B06C1AF26}" sibTransId="{EE665E13-AF54-B844-A09C-C83C8F70E9B9}"/>
    <dgm:cxn modelId="{D22ACB4D-731B-A74A-8C1B-FF9515DB9C6B}" type="presOf" srcId="{5C5A9AE9-83AF-1140-8E2D-D958F95DD822}" destId="{E42CB8AC-FAB3-F346-A88D-1B9D0327C2E1}" srcOrd="0" destOrd="0" presId="urn:microsoft.com/office/officeart/2005/8/layout/list1"/>
    <dgm:cxn modelId="{8E7FDB56-FCDC-3646-B9CB-BC72010F9F9F}" type="presOf" srcId="{871CB012-F695-F046-AEB1-988A3E12A41C}" destId="{168C6618-FB45-6F40-80BC-6C0CF6A1D7F0}" srcOrd="0" destOrd="0" presId="urn:microsoft.com/office/officeart/2005/8/layout/list1"/>
    <dgm:cxn modelId="{DE7A6475-BF86-E841-991F-6A6DC8D2EFED}" type="presOf" srcId="{58386507-EA9A-CD4E-9F2D-1D3D908799C3}" destId="{319CDA38-DF89-2F40-8B30-56C680302166}" srcOrd="0" destOrd="0" presId="urn:microsoft.com/office/officeart/2005/8/layout/list1"/>
    <dgm:cxn modelId="{97AA8F90-70F2-0243-91F3-18193160B0D6}" type="presOf" srcId="{3184A90F-AECA-7B4F-907B-34CF368CB530}" destId="{27711805-C86C-7F44-B2C2-751B0586154D}" srcOrd="0" destOrd="0" presId="urn:microsoft.com/office/officeart/2005/8/layout/list1"/>
    <dgm:cxn modelId="{334187D8-12F8-024C-B567-DE10679B00EF}" srcId="{58386507-EA9A-CD4E-9F2D-1D3D908799C3}" destId="{871CB012-F695-F046-AEB1-988A3E12A41C}" srcOrd="1" destOrd="0" parTransId="{AAC14F95-6B33-9A46-87DF-C939DB5375B5}" sibTransId="{C8D474E5-6BB0-2D4E-8C66-03DC32711A3A}"/>
    <dgm:cxn modelId="{43AFFDDA-453D-304C-A1CD-0E680CBE03E4}" type="presOf" srcId="{2D0545FA-2788-104B-98F9-6E001D096DB9}" destId="{99F420EA-2C5E-B942-9CAD-2D6AE567E7E0}" srcOrd="1" destOrd="0" presId="urn:microsoft.com/office/officeart/2005/8/layout/list1"/>
    <dgm:cxn modelId="{3D9524EB-2987-1845-8408-0C2B98EE43E3}" type="presOf" srcId="{871CB012-F695-F046-AEB1-988A3E12A41C}" destId="{4202EF24-ED58-BB46-B692-D64B551209AB}" srcOrd="1" destOrd="0" presId="urn:microsoft.com/office/officeart/2005/8/layout/list1"/>
    <dgm:cxn modelId="{43D6C6EE-04B8-6B4A-88A6-890F0C2BBE06}" srcId="{58386507-EA9A-CD4E-9F2D-1D3D908799C3}" destId="{2D0545FA-2788-104B-98F9-6E001D096DB9}" srcOrd="0" destOrd="0" parTransId="{CA583DA0-7ADC-1E41-8268-152D22D39C2B}" sibTransId="{7AE458BE-C2E6-AB44-8EF7-D50D21648676}"/>
    <dgm:cxn modelId="{D30710F8-52CC-FE46-9903-044D6ACCD383}" type="presOf" srcId="{2D0545FA-2788-104B-98F9-6E001D096DB9}" destId="{6808F8F3-6FFC-684D-856D-6B0D830F2A1D}" srcOrd="0" destOrd="0" presId="urn:microsoft.com/office/officeart/2005/8/layout/list1"/>
    <dgm:cxn modelId="{6F78B317-10F2-E148-8A03-47606E807741}" type="presParOf" srcId="{319CDA38-DF89-2F40-8B30-56C680302166}" destId="{5656FFFF-AF65-9D41-9C43-CD16AE4B6CBD}" srcOrd="0" destOrd="0" presId="urn:microsoft.com/office/officeart/2005/8/layout/list1"/>
    <dgm:cxn modelId="{CB65FF15-26FB-BA4C-A99C-4BA638F1BEC9}" type="presParOf" srcId="{5656FFFF-AF65-9D41-9C43-CD16AE4B6CBD}" destId="{6808F8F3-6FFC-684D-856D-6B0D830F2A1D}" srcOrd="0" destOrd="0" presId="urn:microsoft.com/office/officeart/2005/8/layout/list1"/>
    <dgm:cxn modelId="{DCF1CB01-46BA-3049-9FA8-74315222AC28}" type="presParOf" srcId="{5656FFFF-AF65-9D41-9C43-CD16AE4B6CBD}" destId="{99F420EA-2C5E-B942-9CAD-2D6AE567E7E0}" srcOrd="1" destOrd="0" presId="urn:microsoft.com/office/officeart/2005/8/layout/list1"/>
    <dgm:cxn modelId="{08DFAD2F-6B61-4249-A55B-3F7FBEC13268}" type="presParOf" srcId="{319CDA38-DF89-2F40-8B30-56C680302166}" destId="{72078DF6-06B6-9343-B9B9-60B7D22974A6}" srcOrd="1" destOrd="0" presId="urn:microsoft.com/office/officeart/2005/8/layout/list1"/>
    <dgm:cxn modelId="{FE9BE00A-EE6A-6242-987F-CE3629578381}" type="presParOf" srcId="{319CDA38-DF89-2F40-8B30-56C680302166}" destId="{E42CB8AC-FAB3-F346-A88D-1B9D0327C2E1}" srcOrd="2" destOrd="0" presId="urn:microsoft.com/office/officeart/2005/8/layout/list1"/>
    <dgm:cxn modelId="{1998F0FB-A1E6-E64E-80B5-E346DFEF968C}" type="presParOf" srcId="{319CDA38-DF89-2F40-8B30-56C680302166}" destId="{D5ED9423-6D92-394F-A4FF-2E5D83910318}" srcOrd="3" destOrd="0" presId="urn:microsoft.com/office/officeart/2005/8/layout/list1"/>
    <dgm:cxn modelId="{164A7002-68A5-2A45-BCCA-89BC588F5FEA}" type="presParOf" srcId="{319CDA38-DF89-2F40-8B30-56C680302166}" destId="{55DDD3AC-10D9-E543-9F71-37C3B7ACFDA7}" srcOrd="4" destOrd="0" presId="urn:microsoft.com/office/officeart/2005/8/layout/list1"/>
    <dgm:cxn modelId="{8D0A0E51-7A81-D84A-A6D3-577C09722033}" type="presParOf" srcId="{55DDD3AC-10D9-E543-9F71-37C3B7ACFDA7}" destId="{168C6618-FB45-6F40-80BC-6C0CF6A1D7F0}" srcOrd="0" destOrd="0" presId="urn:microsoft.com/office/officeart/2005/8/layout/list1"/>
    <dgm:cxn modelId="{6E59FF1D-3386-2C46-8592-72B2C4B5FBA2}" type="presParOf" srcId="{55DDD3AC-10D9-E543-9F71-37C3B7ACFDA7}" destId="{4202EF24-ED58-BB46-B692-D64B551209AB}" srcOrd="1" destOrd="0" presId="urn:microsoft.com/office/officeart/2005/8/layout/list1"/>
    <dgm:cxn modelId="{4E094D32-97AD-9D4D-9D8D-CD5ED4C9122D}" type="presParOf" srcId="{319CDA38-DF89-2F40-8B30-56C680302166}" destId="{918CBABE-695D-E646-A742-C6B85C2B76DB}" srcOrd="5" destOrd="0" presId="urn:microsoft.com/office/officeart/2005/8/layout/list1"/>
    <dgm:cxn modelId="{520E4D08-2A17-2346-AEAE-F0D2FCD1528E}" type="presParOf" srcId="{319CDA38-DF89-2F40-8B30-56C680302166}" destId="{27711805-C86C-7F44-B2C2-751B0586154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A94373E-27EC-6D4B-9193-ED980091D4F1}" type="doc">
      <dgm:prSet loTypeId="urn:microsoft.com/office/officeart/2005/8/layout/funnel1" loCatId="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6D017691-4868-6240-AD9C-3981E08A32D4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12 F</a:t>
          </a:r>
        </a:p>
      </dgm:t>
    </dgm:pt>
    <dgm:pt modelId="{FC758AFC-7445-6340-B274-164D2B751471}" type="parTrans" cxnId="{A5F93143-5734-5A4D-B8C5-64B66CB5DE28}">
      <dgm:prSet/>
      <dgm:spPr/>
      <dgm:t>
        <a:bodyPr/>
        <a:lstStyle/>
        <a:p>
          <a:endParaRPr lang="en-US"/>
        </a:p>
      </dgm:t>
    </dgm:pt>
    <dgm:pt modelId="{0CDD145C-F06A-9E49-AEBE-CB27AE3354C2}" type="sibTrans" cxnId="{A5F93143-5734-5A4D-B8C5-64B66CB5DE28}">
      <dgm:prSet/>
      <dgm:spPr/>
      <dgm:t>
        <a:bodyPr/>
        <a:lstStyle/>
        <a:p>
          <a:endParaRPr lang="en-US"/>
        </a:p>
      </dgm:t>
    </dgm:pt>
    <dgm:pt modelId="{298F5FC7-7160-C74C-B9F9-48DF9EC907F5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6 D</a:t>
          </a:r>
        </a:p>
      </dgm:t>
    </dgm:pt>
    <dgm:pt modelId="{4E43CA15-A71C-5544-8A89-3CE3DC08AD04}" type="parTrans" cxnId="{B0AF29A6-2D94-994D-A1CB-8BDA0D8B1AE9}">
      <dgm:prSet/>
      <dgm:spPr/>
      <dgm:t>
        <a:bodyPr/>
        <a:lstStyle/>
        <a:p>
          <a:endParaRPr lang="en-US"/>
        </a:p>
      </dgm:t>
    </dgm:pt>
    <dgm:pt modelId="{9672B701-5DF2-734D-88A2-AC944BF83CBC}" type="sibTrans" cxnId="{B0AF29A6-2D94-994D-A1CB-8BDA0D8B1AE9}">
      <dgm:prSet/>
      <dgm:spPr/>
      <dgm:t>
        <a:bodyPr/>
        <a:lstStyle/>
        <a:p>
          <a:endParaRPr lang="en-US"/>
        </a:p>
      </dgm:t>
    </dgm:pt>
    <dgm:pt modelId="{FF1DA854-8151-A647-8258-AADE38E02CA4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2 G</a:t>
          </a:r>
        </a:p>
      </dgm:t>
    </dgm:pt>
    <dgm:pt modelId="{30E5B94D-DE82-8443-9CDA-AC1640619277}" type="parTrans" cxnId="{45361BA3-0778-004E-BFFE-24256322C07D}">
      <dgm:prSet/>
      <dgm:spPr/>
      <dgm:t>
        <a:bodyPr/>
        <a:lstStyle/>
        <a:p>
          <a:endParaRPr lang="en-US"/>
        </a:p>
      </dgm:t>
    </dgm:pt>
    <dgm:pt modelId="{F8056D45-944F-1442-8162-F49667720BF8}" type="sibTrans" cxnId="{45361BA3-0778-004E-BFFE-24256322C07D}">
      <dgm:prSet/>
      <dgm:spPr/>
      <dgm:t>
        <a:bodyPr/>
        <a:lstStyle/>
        <a:p>
          <a:endParaRPr lang="en-US"/>
        </a:p>
      </dgm:t>
    </dgm:pt>
    <dgm:pt modelId="{C6E49CDC-A09D-D746-96B9-963F3AD0ACE1}">
      <dgm:prSet phldrT="[Text]" custT="1"/>
      <dgm:spPr/>
      <dgm:t>
        <a:bodyPr/>
        <a:lstStyle/>
        <a:p>
          <a:r>
            <a:rPr lang="en-US" sz="5400" dirty="0">
              <a:latin typeface="Cambria Math" panose="02040503050406030204" pitchFamily="18" charset="0"/>
              <a:ea typeface="Cambria Math" panose="02040503050406030204" pitchFamily="18" charset="0"/>
            </a:rPr>
            <a:t>$95.5M</a:t>
          </a:r>
        </a:p>
      </dgm:t>
    </dgm:pt>
    <dgm:pt modelId="{234A2F37-475D-0344-98E7-1AE6AA3DFB12}" type="parTrans" cxnId="{1322F1F4-53CB-7449-8986-D86AAE037CA2}">
      <dgm:prSet/>
      <dgm:spPr/>
      <dgm:t>
        <a:bodyPr/>
        <a:lstStyle/>
        <a:p>
          <a:endParaRPr lang="en-US"/>
        </a:p>
      </dgm:t>
    </dgm:pt>
    <dgm:pt modelId="{E568496F-48C9-0043-B642-553EC4C16FDC}" type="sibTrans" cxnId="{1322F1F4-53CB-7449-8986-D86AAE037CA2}">
      <dgm:prSet/>
      <dgm:spPr/>
      <dgm:t>
        <a:bodyPr/>
        <a:lstStyle/>
        <a:p>
          <a:endParaRPr lang="en-US"/>
        </a:p>
      </dgm:t>
    </dgm:pt>
    <dgm:pt modelId="{B261D56D-DFF8-0F43-872D-4578E5F0BDDF}" type="pres">
      <dgm:prSet presAssocID="{7A94373E-27EC-6D4B-9193-ED980091D4F1}" presName="Name0" presStyleCnt="0">
        <dgm:presLayoutVars>
          <dgm:chMax val="4"/>
          <dgm:resizeHandles val="exact"/>
        </dgm:presLayoutVars>
      </dgm:prSet>
      <dgm:spPr/>
    </dgm:pt>
    <dgm:pt modelId="{AF80DC2C-E6E3-664E-B411-F3B0253EDCFF}" type="pres">
      <dgm:prSet presAssocID="{7A94373E-27EC-6D4B-9193-ED980091D4F1}" presName="ellipse" presStyleLbl="trBgShp" presStyleIdx="0" presStyleCnt="1"/>
      <dgm:spPr/>
    </dgm:pt>
    <dgm:pt modelId="{F2AAD6F3-2638-9D4F-99A5-62D1800E42D5}" type="pres">
      <dgm:prSet presAssocID="{7A94373E-27EC-6D4B-9193-ED980091D4F1}" presName="arrow1" presStyleLbl="fgShp" presStyleIdx="0" presStyleCnt="1" custLinFactNeighborY="4357"/>
      <dgm:spPr/>
    </dgm:pt>
    <dgm:pt modelId="{726A0A83-C501-FB41-BD90-91D67C5AB26C}" type="pres">
      <dgm:prSet presAssocID="{7A94373E-27EC-6D4B-9193-ED980091D4F1}" presName="rectangle" presStyleLbl="revTx" presStyleIdx="0" presStyleCnt="1" custLinFactNeighborY="45954">
        <dgm:presLayoutVars>
          <dgm:bulletEnabled val="1"/>
        </dgm:presLayoutVars>
      </dgm:prSet>
      <dgm:spPr/>
    </dgm:pt>
    <dgm:pt modelId="{4E02D510-48C1-384D-9F34-EDF6E493506E}" type="pres">
      <dgm:prSet presAssocID="{298F5FC7-7160-C74C-B9F9-48DF9EC907F5}" presName="item1" presStyleLbl="node1" presStyleIdx="0" presStyleCnt="3">
        <dgm:presLayoutVars>
          <dgm:bulletEnabled val="1"/>
        </dgm:presLayoutVars>
      </dgm:prSet>
      <dgm:spPr/>
    </dgm:pt>
    <dgm:pt modelId="{653D8CF1-C5D9-5A4F-8A80-D048F9232C95}" type="pres">
      <dgm:prSet presAssocID="{FF1DA854-8151-A647-8258-AADE38E02CA4}" presName="item2" presStyleLbl="node1" presStyleIdx="1" presStyleCnt="3">
        <dgm:presLayoutVars>
          <dgm:bulletEnabled val="1"/>
        </dgm:presLayoutVars>
      </dgm:prSet>
      <dgm:spPr/>
    </dgm:pt>
    <dgm:pt modelId="{615DB829-11F1-644A-963E-AA07096E51F8}" type="pres">
      <dgm:prSet presAssocID="{C6E49CDC-A09D-D746-96B9-963F3AD0ACE1}" presName="item3" presStyleLbl="node1" presStyleIdx="2" presStyleCnt="3">
        <dgm:presLayoutVars>
          <dgm:bulletEnabled val="1"/>
        </dgm:presLayoutVars>
      </dgm:prSet>
      <dgm:spPr/>
    </dgm:pt>
    <dgm:pt modelId="{B3E90CE0-1BEB-294C-BF93-FE1F78CA3696}" type="pres">
      <dgm:prSet presAssocID="{7A94373E-27EC-6D4B-9193-ED980091D4F1}" presName="funnel" presStyleLbl="trAlignAcc1" presStyleIdx="0" presStyleCnt="1"/>
      <dgm:spPr/>
    </dgm:pt>
  </dgm:ptLst>
  <dgm:cxnLst>
    <dgm:cxn modelId="{BEE56339-7ED0-A443-AD6C-4904B76386CC}" type="presOf" srcId="{7A94373E-27EC-6D4B-9193-ED980091D4F1}" destId="{B261D56D-DFF8-0F43-872D-4578E5F0BDDF}" srcOrd="0" destOrd="0" presId="urn:microsoft.com/office/officeart/2005/8/layout/funnel1"/>
    <dgm:cxn modelId="{A5F93143-5734-5A4D-B8C5-64B66CB5DE28}" srcId="{7A94373E-27EC-6D4B-9193-ED980091D4F1}" destId="{6D017691-4868-6240-AD9C-3981E08A32D4}" srcOrd="0" destOrd="0" parTransId="{FC758AFC-7445-6340-B274-164D2B751471}" sibTransId="{0CDD145C-F06A-9E49-AEBE-CB27AE3354C2}"/>
    <dgm:cxn modelId="{CE0B8E61-EA3B-704D-92A9-0AF835FCA15B}" type="presOf" srcId="{6D017691-4868-6240-AD9C-3981E08A32D4}" destId="{615DB829-11F1-644A-963E-AA07096E51F8}" srcOrd="0" destOrd="0" presId="urn:microsoft.com/office/officeart/2005/8/layout/funnel1"/>
    <dgm:cxn modelId="{45361BA3-0778-004E-BFFE-24256322C07D}" srcId="{7A94373E-27EC-6D4B-9193-ED980091D4F1}" destId="{FF1DA854-8151-A647-8258-AADE38E02CA4}" srcOrd="2" destOrd="0" parTransId="{30E5B94D-DE82-8443-9CDA-AC1640619277}" sibTransId="{F8056D45-944F-1442-8162-F49667720BF8}"/>
    <dgm:cxn modelId="{B0AF29A6-2D94-994D-A1CB-8BDA0D8B1AE9}" srcId="{7A94373E-27EC-6D4B-9193-ED980091D4F1}" destId="{298F5FC7-7160-C74C-B9F9-48DF9EC907F5}" srcOrd="1" destOrd="0" parTransId="{4E43CA15-A71C-5544-8A89-3CE3DC08AD04}" sibTransId="{9672B701-5DF2-734D-88A2-AC944BF83CBC}"/>
    <dgm:cxn modelId="{11F7D6DA-AA8B-544D-AE6A-DEDA63E1DC27}" type="presOf" srcId="{298F5FC7-7160-C74C-B9F9-48DF9EC907F5}" destId="{653D8CF1-C5D9-5A4F-8A80-D048F9232C95}" srcOrd="0" destOrd="0" presId="urn:microsoft.com/office/officeart/2005/8/layout/funnel1"/>
    <dgm:cxn modelId="{EC3FFEDB-EB68-A943-A08E-28BA379E48D3}" type="presOf" srcId="{FF1DA854-8151-A647-8258-AADE38E02CA4}" destId="{4E02D510-48C1-384D-9F34-EDF6E493506E}" srcOrd="0" destOrd="0" presId="urn:microsoft.com/office/officeart/2005/8/layout/funnel1"/>
    <dgm:cxn modelId="{0F5620EF-249D-6D46-A5E7-71D8B73A7266}" type="presOf" srcId="{C6E49CDC-A09D-D746-96B9-963F3AD0ACE1}" destId="{726A0A83-C501-FB41-BD90-91D67C5AB26C}" srcOrd="0" destOrd="0" presId="urn:microsoft.com/office/officeart/2005/8/layout/funnel1"/>
    <dgm:cxn modelId="{1322F1F4-53CB-7449-8986-D86AAE037CA2}" srcId="{7A94373E-27EC-6D4B-9193-ED980091D4F1}" destId="{C6E49CDC-A09D-D746-96B9-963F3AD0ACE1}" srcOrd="3" destOrd="0" parTransId="{234A2F37-475D-0344-98E7-1AE6AA3DFB12}" sibTransId="{E568496F-48C9-0043-B642-553EC4C16FDC}"/>
    <dgm:cxn modelId="{D8B93F5E-642D-6747-B794-E9AB151FF1DE}" type="presParOf" srcId="{B261D56D-DFF8-0F43-872D-4578E5F0BDDF}" destId="{AF80DC2C-E6E3-664E-B411-F3B0253EDCFF}" srcOrd="0" destOrd="0" presId="urn:microsoft.com/office/officeart/2005/8/layout/funnel1"/>
    <dgm:cxn modelId="{B082CACF-78F5-964A-A92E-BDC6A410FE7A}" type="presParOf" srcId="{B261D56D-DFF8-0F43-872D-4578E5F0BDDF}" destId="{F2AAD6F3-2638-9D4F-99A5-62D1800E42D5}" srcOrd="1" destOrd="0" presId="urn:microsoft.com/office/officeart/2005/8/layout/funnel1"/>
    <dgm:cxn modelId="{EA3B10FC-5AD7-3D47-9361-B82D11C077D4}" type="presParOf" srcId="{B261D56D-DFF8-0F43-872D-4578E5F0BDDF}" destId="{726A0A83-C501-FB41-BD90-91D67C5AB26C}" srcOrd="2" destOrd="0" presId="urn:microsoft.com/office/officeart/2005/8/layout/funnel1"/>
    <dgm:cxn modelId="{833C024F-DA9A-AD46-9B2E-4E7D232AA018}" type="presParOf" srcId="{B261D56D-DFF8-0F43-872D-4578E5F0BDDF}" destId="{4E02D510-48C1-384D-9F34-EDF6E493506E}" srcOrd="3" destOrd="0" presId="urn:microsoft.com/office/officeart/2005/8/layout/funnel1"/>
    <dgm:cxn modelId="{5776DF41-888F-E94F-84C4-2314F5BCD128}" type="presParOf" srcId="{B261D56D-DFF8-0F43-872D-4578E5F0BDDF}" destId="{653D8CF1-C5D9-5A4F-8A80-D048F9232C95}" srcOrd="4" destOrd="0" presId="urn:microsoft.com/office/officeart/2005/8/layout/funnel1"/>
    <dgm:cxn modelId="{E0F6527B-5F0D-144C-87B3-10A541B1AB36}" type="presParOf" srcId="{B261D56D-DFF8-0F43-872D-4578E5F0BDDF}" destId="{615DB829-11F1-644A-963E-AA07096E51F8}" srcOrd="5" destOrd="0" presId="urn:microsoft.com/office/officeart/2005/8/layout/funnel1"/>
    <dgm:cxn modelId="{E12373FC-0F7C-574B-BCFD-AC6190A9E781}" type="presParOf" srcId="{B261D56D-DFF8-0F43-872D-4578E5F0BDDF}" destId="{B3E90CE0-1BEB-294C-BF93-FE1F78CA3696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9C20ADC-5CF2-1648-9469-BBC0EF69798A}" type="doc">
      <dgm:prSet loTypeId="urn:microsoft.com/office/officeart/2008/layout/VerticalCurvedList" loCatId="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040FFB5C-CE7F-CA44-8C72-A87632C7790C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Term is difficult to predict.</a:t>
          </a:r>
        </a:p>
      </dgm:t>
    </dgm:pt>
    <dgm:pt modelId="{032A735F-CB7A-864A-8E33-35978FF4186C}" type="parTrans" cxnId="{BF20F390-0524-9E47-8DE8-E7D965AE5170}">
      <dgm:prSet/>
      <dgm:spPr/>
      <dgm:t>
        <a:bodyPr/>
        <a:lstStyle/>
        <a:p>
          <a:endParaRPr lang="en-US"/>
        </a:p>
      </dgm:t>
    </dgm:pt>
    <dgm:pt modelId="{41D6E0B2-B08A-474D-B65C-5F7CCAD8AF7E}" type="sibTrans" cxnId="{BF20F390-0524-9E47-8DE8-E7D965AE5170}">
      <dgm:prSet/>
      <dgm:spPr/>
      <dgm:t>
        <a:bodyPr/>
        <a:lstStyle/>
        <a:p>
          <a:endParaRPr lang="en-US">
            <a:latin typeface="Cambria Math" panose="02040503050406030204" pitchFamily="18" charset="0"/>
            <a:ea typeface="Cambria Math" panose="02040503050406030204" pitchFamily="18" charset="0"/>
          </a:endParaRPr>
        </a:p>
      </dgm:t>
    </dgm:pt>
    <dgm:pt modelId="{71369A0F-1D87-9A4B-9F36-20DAC52A6F7F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AAV depends heavily on term.</a:t>
          </a:r>
        </a:p>
      </dgm:t>
    </dgm:pt>
    <dgm:pt modelId="{71CD17A4-4B4A-8042-B07A-B05D30F70CE8}" type="parTrans" cxnId="{6F1F1DB9-2B83-B847-800A-BA00D9C266A4}">
      <dgm:prSet/>
      <dgm:spPr/>
      <dgm:t>
        <a:bodyPr/>
        <a:lstStyle/>
        <a:p>
          <a:endParaRPr lang="en-US"/>
        </a:p>
      </dgm:t>
    </dgm:pt>
    <dgm:pt modelId="{52F8D7B5-0DF3-D74B-8BB9-C5FEF37D0832}" type="sibTrans" cxnId="{6F1F1DB9-2B83-B847-800A-BA00D9C266A4}">
      <dgm:prSet/>
      <dgm:spPr/>
      <dgm:t>
        <a:bodyPr/>
        <a:lstStyle/>
        <a:p>
          <a:endParaRPr lang="en-US"/>
        </a:p>
      </dgm:t>
    </dgm:pt>
    <dgm:pt modelId="{158C4F61-166F-3149-B8EC-7678A650D909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Offer multiple possibilities.</a:t>
          </a:r>
        </a:p>
      </dgm:t>
    </dgm:pt>
    <dgm:pt modelId="{C1A74116-76CA-9A4A-9EF7-117F796CA343}" type="parTrans" cxnId="{4D9B4C8C-B928-4F4C-B2EC-F697D9541FE2}">
      <dgm:prSet/>
      <dgm:spPr/>
      <dgm:t>
        <a:bodyPr/>
        <a:lstStyle/>
        <a:p>
          <a:endParaRPr lang="en-US"/>
        </a:p>
      </dgm:t>
    </dgm:pt>
    <dgm:pt modelId="{A225B338-2902-554A-A948-E833F7F08108}" type="sibTrans" cxnId="{4D9B4C8C-B928-4F4C-B2EC-F697D9541FE2}">
      <dgm:prSet/>
      <dgm:spPr/>
      <dgm:t>
        <a:bodyPr/>
        <a:lstStyle/>
        <a:p>
          <a:endParaRPr lang="en-US"/>
        </a:p>
      </dgm:t>
    </dgm:pt>
    <dgm:pt modelId="{A84BEC13-A404-9D43-AE12-F9178F8598C5}">
      <dgm:prSet phldrT="[Text]"/>
      <dgm:spPr/>
      <dgm:t>
        <a:bodyPr/>
        <a:lstStyle/>
        <a:p>
          <a:r>
            <a:rPr lang="en-US" dirty="0">
              <a:latin typeface="Cambria Math" panose="02040503050406030204" pitchFamily="18" charset="0"/>
              <a:ea typeface="Cambria Math" panose="02040503050406030204" pitchFamily="18" charset="0"/>
            </a:rPr>
            <a:t>AAV is possible to predict.</a:t>
          </a:r>
        </a:p>
      </dgm:t>
    </dgm:pt>
    <dgm:pt modelId="{A91EADC3-21A5-EF48-8ED3-711FDF5621F3}" type="parTrans" cxnId="{FFD6B1C9-9C20-694F-86A3-5BD8F11C6CC0}">
      <dgm:prSet/>
      <dgm:spPr/>
      <dgm:t>
        <a:bodyPr/>
        <a:lstStyle/>
        <a:p>
          <a:endParaRPr lang="en-US"/>
        </a:p>
      </dgm:t>
    </dgm:pt>
    <dgm:pt modelId="{A6658304-FCB9-9140-92F8-6EEC2127DC40}" type="sibTrans" cxnId="{FFD6B1C9-9C20-694F-86A3-5BD8F11C6CC0}">
      <dgm:prSet/>
      <dgm:spPr/>
      <dgm:t>
        <a:bodyPr/>
        <a:lstStyle/>
        <a:p>
          <a:endParaRPr lang="en-US"/>
        </a:p>
      </dgm:t>
    </dgm:pt>
    <dgm:pt modelId="{058B96C7-DDCF-2C4F-BE9C-8D4BCBC8EEA9}" type="pres">
      <dgm:prSet presAssocID="{89C20ADC-5CF2-1648-9469-BBC0EF69798A}" presName="Name0" presStyleCnt="0">
        <dgm:presLayoutVars>
          <dgm:chMax val="7"/>
          <dgm:chPref val="7"/>
          <dgm:dir/>
        </dgm:presLayoutVars>
      </dgm:prSet>
      <dgm:spPr/>
    </dgm:pt>
    <dgm:pt modelId="{A5A1BA1E-1A5D-1C44-B6BE-DAD0449211F5}" type="pres">
      <dgm:prSet presAssocID="{89C20ADC-5CF2-1648-9469-BBC0EF69798A}" presName="Name1" presStyleCnt="0"/>
      <dgm:spPr/>
    </dgm:pt>
    <dgm:pt modelId="{DEBF7DB7-5EB9-634B-BEE7-3A8D83347CE2}" type="pres">
      <dgm:prSet presAssocID="{89C20ADC-5CF2-1648-9469-BBC0EF69798A}" presName="cycle" presStyleCnt="0"/>
      <dgm:spPr/>
    </dgm:pt>
    <dgm:pt modelId="{A1EC1FE9-D2CA-C749-BC8F-BF55E9DCEFD5}" type="pres">
      <dgm:prSet presAssocID="{89C20ADC-5CF2-1648-9469-BBC0EF69798A}" presName="srcNode" presStyleLbl="node1" presStyleIdx="0" presStyleCnt="4"/>
      <dgm:spPr/>
    </dgm:pt>
    <dgm:pt modelId="{17B6F55D-9B74-FF4B-B500-DD83B5932E9F}" type="pres">
      <dgm:prSet presAssocID="{89C20ADC-5CF2-1648-9469-BBC0EF69798A}" presName="conn" presStyleLbl="parChTrans1D2" presStyleIdx="0" presStyleCnt="1"/>
      <dgm:spPr/>
    </dgm:pt>
    <dgm:pt modelId="{5181896F-C673-3B49-B3D6-C627C1B18FC8}" type="pres">
      <dgm:prSet presAssocID="{89C20ADC-5CF2-1648-9469-BBC0EF69798A}" presName="extraNode" presStyleLbl="node1" presStyleIdx="0" presStyleCnt="4"/>
      <dgm:spPr/>
    </dgm:pt>
    <dgm:pt modelId="{0D1C687F-DE5C-2A4B-8612-A7E27D5F6DB3}" type="pres">
      <dgm:prSet presAssocID="{89C20ADC-5CF2-1648-9469-BBC0EF69798A}" presName="dstNode" presStyleLbl="node1" presStyleIdx="0" presStyleCnt="4"/>
      <dgm:spPr/>
    </dgm:pt>
    <dgm:pt modelId="{CE0090D2-A00D-D241-AB32-FE7E5BC6B5B8}" type="pres">
      <dgm:prSet presAssocID="{040FFB5C-CE7F-CA44-8C72-A87632C7790C}" presName="text_1" presStyleLbl="node1" presStyleIdx="0" presStyleCnt="4">
        <dgm:presLayoutVars>
          <dgm:bulletEnabled val="1"/>
        </dgm:presLayoutVars>
      </dgm:prSet>
      <dgm:spPr/>
    </dgm:pt>
    <dgm:pt modelId="{8E2BE33E-064F-534B-A5C6-EB2D6EE1A8C5}" type="pres">
      <dgm:prSet presAssocID="{040FFB5C-CE7F-CA44-8C72-A87632C7790C}" presName="accent_1" presStyleCnt="0"/>
      <dgm:spPr/>
    </dgm:pt>
    <dgm:pt modelId="{832829F5-3822-CD4A-B26A-DA79B5CD19C5}" type="pres">
      <dgm:prSet presAssocID="{040FFB5C-CE7F-CA44-8C72-A87632C7790C}" presName="accentRepeatNode" presStyleLbl="solidFgAcc1" presStyleIdx="0" presStyleCnt="4"/>
      <dgm:spPr/>
    </dgm:pt>
    <dgm:pt modelId="{40E6E797-9EFD-4C4B-9EDE-9F0848A70058}" type="pres">
      <dgm:prSet presAssocID="{A84BEC13-A404-9D43-AE12-F9178F8598C5}" presName="text_2" presStyleLbl="node1" presStyleIdx="1" presStyleCnt="4">
        <dgm:presLayoutVars>
          <dgm:bulletEnabled val="1"/>
        </dgm:presLayoutVars>
      </dgm:prSet>
      <dgm:spPr/>
    </dgm:pt>
    <dgm:pt modelId="{C2EE4990-9E11-E64E-9FC2-5F4A0B6DBD27}" type="pres">
      <dgm:prSet presAssocID="{A84BEC13-A404-9D43-AE12-F9178F8598C5}" presName="accent_2" presStyleCnt="0"/>
      <dgm:spPr/>
    </dgm:pt>
    <dgm:pt modelId="{068B29C8-E193-FF45-B2E7-81D24961FF82}" type="pres">
      <dgm:prSet presAssocID="{A84BEC13-A404-9D43-AE12-F9178F8598C5}" presName="accentRepeatNode" presStyleLbl="solidFgAcc1" presStyleIdx="1" presStyleCnt="4"/>
      <dgm:spPr/>
    </dgm:pt>
    <dgm:pt modelId="{99318474-EEF8-E447-BC43-F3C4942790B0}" type="pres">
      <dgm:prSet presAssocID="{71369A0F-1D87-9A4B-9F36-20DAC52A6F7F}" presName="text_3" presStyleLbl="node1" presStyleIdx="2" presStyleCnt="4">
        <dgm:presLayoutVars>
          <dgm:bulletEnabled val="1"/>
        </dgm:presLayoutVars>
      </dgm:prSet>
      <dgm:spPr/>
    </dgm:pt>
    <dgm:pt modelId="{E6AEF449-827E-4E43-9BEB-05B47C1031E2}" type="pres">
      <dgm:prSet presAssocID="{71369A0F-1D87-9A4B-9F36-20DAC52A6F7F}" presName="accent_3" presStyleCnt="0"/>
      <dgm:spPr/>
    </dgm:pt>
    <dgm:pt modelId="{CFBC32E2-0D33-754B-B084-A9B56F25731C}" type="pres">
      <dgm:prSet presAssocID="{71369A0F-1D87-9A4B-9F36-20DAC52A6F7F}" presName="accentRepeatNode" presStyleLbl="solidFgAcc1" presStyleIdx="2" presStyleCnt="4"/>
      <dgm:spPr/>
    </dgm:pt>
    <dgm:pt modelId="{575FE271-72F7-B048-965D-1A6482142FB2}" type="pres">
      <dgm:prSet presAssocID="{158C4F61-166F-3149-B8EC-7678A650D909}" presName="text_4" presStyleLbl="node1" presStyleIdx="3" presStyleCnt="4">
        <dgm:presLayoutVars>
          <dgm:bulletEnabled val="1"/>
        </dgm:presLayoutVars>
      </dgm:prSet>
      <dgm:spPr/>
    </dgm:pt>
    <dgm:pt modelId="{62F4A8C8-FEF9-964F-ADB8-8D576337A7B4}" type="pres">
      <dgm:prSet presAssocID="{158C4F61-166F-3149-B8EC-7678A650D909}" presName="accent_4" presStyleCnt="0"/>
      <dgm:spPr/>
    </dgm:pt>
    <dgm:pt modelId="{EC1EB858-8F56-4244-9083-45031D713C5E}" type="pres">
      <dgm:prSet presAssocID="{158C4F61-166F-3149-B8EC-7678A650D909}" presName="accentRepeatNode" presStyleLbl="solidFgAcc1" presStyleIdx="3" presStyleCnt="4"/>
      <dgm:spPr/>
    </dgm:pt>
  </dgm:ptLst>
  <dgm:cxnLst>
    <dgm:cxn modelId="{EA35EB38-E31C-AD4D-8C93-B769F17A01AF}" type="presOf" srcId="{41D6E0B2-B08A-474D-B65C-5F7CCAD8AF7E}" destId="{17B6F55D-9B74-FF4B-B500-DD83B5932E9F}" srcOrd="0" destOrd="0" presId="urn:microsoft.com/office/officeart/2008/layout/VerticalCurvedList"/>
    <dgm:cxn modelId="{5489AC3D-AD13-3644-9255-28473361A600}" type="presOf" srcId="{71369A0F-1D87-9A4B-9F36-20DAC52A6F7F}" destId="{99318474-EEF8-E447-BC43-F3C4942790B0}" srcOrd="0" destOrd="0" presId="urn:microsoft.com/office/officeart/2008/layout/VerticalCurvedList"/>
    <dgm:cxn modelId="{766DB73F-09E8-1A4F-B7AB-429AE155265F}" type="presOf" srcId="{158C4F61-166F-3149-B8EC-7678A650D909}" destId="{575FE271-72F7-B048-965D-1A6482142FB2}" srcOrd="0" destOrd="0" presId="urn:microsoft.com/office/officeart/2008/layout/VerticalCurvedList"/>
    <dgm:cxn modelId="{C7BA0771-EB57-1C4B-8F8F-03D6A79A4AD8}" type="presOf" srcId="{89C20ADC-5CF2-1648-9469-BBC0EF69798A}" destId="{058B96C7-DDCF-2C4F-BE9C-8D4BCBC8EEA9}" srcOrd="0" destOrd="0" presId="urn:microsoft.com/office/officeart/2008/layout/VerticalCurvedList"/>
    <dgm:cxn modelId="{4D9B4C8C-B928-4F4C-B2EC-F697D9541FE2}" srcId="{89C20ADC-5CF2-1648-9469-BBC0EF69798A}" destId="{158C4F61-166F-3149-B8EC-7678A650D909}" srcOrd="3" destOrd="0" parTransId="{C1A74116-76CA-9A4A-9EF7-117F796CA343}" sibTransId="{A225B338-2902-554A-A948-E833F7F08108}"/>
    <dgm:cxn modelId="{BF20F390-0524-9E47-8DE8-E7D965AE5170}" srcId="{89C20ADC-5CF2-1648-9469-BBC0EF69798A}" destId="{040FFB5C-CE7F-CA44-8C72-A87632C7790C}" srcOrd="0" destOrd="0" parTransId="{032A735F-CB7A-864A-8E33-35978FF4186C}" sibTransId="{41D6E0B2-B08A-474D-B65C-5F7CCAD8AF7E}"/>
    <dgm:cxn modelId="{6F1F1DB9-2B83-B847-800A-BA00D9C266A4}" srcId="{89C20ADC-5CF2-1648-9469-BBC0EF69798A}" destId="{71369A0F-1D87-9A4B-9F36-20DAC52A6F7F}" srcOrd="2" destOrd="0" parTransId="{71CD17A4-4B4A-8042-B07A-B05D30F70CE8}" sibTransId="{52F8D7B5-0DF3-D74B-8BB9-C5FEF37D0832}"/>
    <dgm:cxn modelId="{FFD6B1C9-9C20-694F-86A3-5BD8F11C6CC0}" srcId="{89C20ADC-5CF2-1648-9469-BBC0EF69798A}" destId="{A84BEC13-A404-9D43-AE12-F9178F8598C5}" srcOrd="1" destOrd="0" parTransId="{A91EADC3-21A5-EF48-8ED3-711FDF5621F3}" sibTransId="{A6658304-FCB9-9140-92F8-6EEC2127DC40}"/>
    <dgm:cxn modelId="{66044DCD-7BDD-2D4D-B83A-D5205DD1947E}" type="presOf" srcId="{040FFB5C-CE7F-CA44-8C72-A87632C7790C}" destId="{CE0090D2-A00D-D241-AB32-FE7E5BC6B5B8}" srcOrd="0" destOrd="0" presId="urn:microsoft.com/office/officeart/2008/layout/VerticalCurvedList"/>
    <dgm:cxn modelId="{C3D6BCF6-3234-9B4B-B6A2-80639D253E83}" type="presOf" srcId="{A84BEC13-A404-9D43-AE12-F9178F8598C5}" destId="{40E6E797-9EFD-4C4B-9EDE-9F0848A70058}" srcOrd="0" destOrd="0" presId="urn:microsoft.com/office/officeart/2008/layout/VerticalCurvedList"/>
    <dgm:cxn modelId="{81A0BCE6-6D02-834C-B2EE-187E799C5C29}" type="presParOf" srcId="{058B96C7-DDCF-2C4F-BE9C-8D4BCBC8EEA9}" destId="{A5A1BA1E-1A5D-1C44-B6BE-DAD0449211F5}" srcOrd="0" destOrd="0" presId="urn:microsoft.com/office/officeart/2008/layout/VerticalCurvedList"/>
    <dgm:cxn modelId="{AC7C9C6C-78AE-224B-91AD-763756850D67}" type="presParOf" srcId="{A5A1BA1E-1A5D-1C44-B6BE-DAD0449211F5}" destId="{DEBF7DB7-5EB9-634B-BEE7-3A8D83347CE2}" srcOrd="0" destOrd="0" presId="urn:microsoft.com/office/officeart/2008/layout/VerticalCurvedList"/>
    <dgm:cxn modelId="{0864F31C-CA69-A446-94CE-B62932B817F7}" type="presParOf" srcId="{DEBF7DB7-5EB9-634B-BEE7-3A8D83347CE2}" destId="{A1EC1FE9-D2CA-C749-BC8F-BF55E9DCEFD5}" srcOrd="0" destOrd="0" presId="urn:microsoft.com/office/officeart/2008/layout/VerticalCurvedList"/>
    <dgm:cxn modelId="{0A880E46-9BF6-2E46-9D24-0F50623724CB}" type="presParOf" srcId="{DEBF7DB7-5EB9-634B-BEE7-3A8D83347CE2}" destId="{17B6F55D-9B74-FF4B-B500-DD83B5932E9F}" srcOrd="1" destOrd="0" presId="urn:microsoft.com/office/officeart/2008/layout/VerticalCurvedList"/>
    <dgm:cxn modelId="{1ECB858D-F414-1E4A-9B31-E8EF20EE102E}" type="presParOf" srcId="{DEBF7DB7-5EB9-634B-BEE7-3A8D83347CE2}" destId="{5181896F-C673-3B49-B3D6-C627C1B18FC8}" srcOrd="2" destOrd="0" presId="urn:microsoft.com/office/officeart/2008/layout/VerticalCurvedList"/>
    <dgm:cxn modelId="{96925D07-BF7E-FA4A-9EFA-F7AF7870A3F2}" type="presParOf" srcId="{DEBF7DB7-5EB9-634B-BEE7-3A8D83347CE2}" destId="{0D1C687F-DE5C-2A4B-8612-A7E27D5F6DB3}" srcOrd="3" destOrd="0" presId="urn:microsoft.com/office/officeart/2008/layout/VerticalCurvedList"/>
    <dgm:cxn modelId="{F8B72BDA-B38C-0A47-948F-FF37993C4274}" type="presParOf" srcId="{A5A1BA1E-1A5D-1C44-B6BE-DAD0449211F5}" destId="{CE0090D2-A00D-D241-AB32-FE7E5BC6B5B8}" srcOrd="1" destOrd="0" presId="urn:microsoft.com/office/officeart/2008/layout/VerticalCurvedList"/>
    <dgm:cxn modelId="{DDA4F71B-3108-2440-939C-E8BA0F5CBBDB}" type="presParOf" srcId="{A5A1BA1E-1A5D-1C44-B6BE-DAD0449211F5}" destId="{8E2BE33E-064F-534B-A5C6-EB2D6EE1A8C5}" srcOrd="2" destOrd="0" presId="urn:microsoft.com/office/officeart/2008/layout/VerticalCurvedList"/>
    <dgm:cxn modelId="{53ACFE8C-3786-7447-87D3-7A0736EFA6C9}" type="presParOf" srcId="{8E2BE33E-064F-534B-A5C6-EB2D6EE1A8C5}" destId="{832829F5-3822-CD4A-B26A-DA79B5CD19C5}" srcOrd="0" destOrd="0" presId="urn:microsoft.com/office/officeart/2008/layout/VerticalCurvedList"/>
    <dgm:cxn modelId="{B9585C91-CC33-DF45-8F62-1DD78BF76345}" type="presParOf" srcId="{A5A1BA1E-1A5D-1C44-B6BE-DAD0449211F5}" destId="{40E6E797-9EFD-4C4B-9EDE-9F0848A70058}" srcOrd="3" destOrd="0" presId="urn:microsoft.com/office/officeart/2008/layout/VerticalCurvedList"/>
    <dgm:cxn modelId="{1E9029AF-46B2-4F40-B5B7-10E4152F1E05}" type="presParOf" srcId="{A5A1BA1E-1A5D-1C44-B6BE-DAD0449211F5}" destId="{C2EE4990-9E11-E64E-9FC2-5F4A0B6DBD27}" srcOrd="4" destOrd="0" presId="urn:microsoft.com/office/officeart/2008/layout/VerticalCurvedList"/>
    <dgm:cxn modelId="{B57E6DC5-45EC-EE40-B737-F8E941C59850}" type="presParOf" srcId="{C2EE4990-9E11-E64E-9FC2-5F4A0B6DBD27}" destId="{068B29C8-E193-FF45-B2E7-81D24961FF82}" srcOrd="0" destOrd="0" presId="urn:microsoft.com/office/officeart/2008/layout/VerticalCurvedList"/>
    <dgm:cxn modelId="{0D631DD7-3241-8B47-A0F9-852074DB6CFE}" type="presParOf" srcId="{A5A1BA1E-1A5D-1C44-B6BE-DAD0449211F5}" destId="{99318474-EEF8-E447-BC43-F3C4942790B0}" srcOrd="5" destOrd="0" presId="urn:microsoft.com/office/officeart/2008/layout/VerticalCurvedList"/>
    <dgm:cxn modelId="{20625285-567D-804D-92E1-6340FEBEC84E}" type="presParOf" srcId="{A5A1BA1E-1A5D-1C44-B6BE-DAD0449211F5}" destId="{E6AEF449-827E-4E43-9BEB-05B47C1031E2}" srcOrd="6" destOrd="0" presId="urn:microsoft.com/office/officeart/2008/layout/VerticalCurvedList"/>
    <dgm:cxn modelId="{63BD19C2-7C60-9B49-A9DE-EFD622AEC74A}" type="presParOf" srcId="{E6AEF449-827E-4E43-9BEB-05B47C1031E2}" destId="{CFBC32E2-0D33-754B-B084-A9B56F25731C}" srcOrd="0" destOrd="0" presId="urn:microsoft.com/office/officeart/2008/layout/VerticalCurvedList"/>
    <dgm:cxn modelId="{ACD9F0D9-1799-4B48-AAA1-B1E053C8CC09}" type="presParOf" srcId="{A5A1BA1E-1A5D-1C44-B6BE-DAD0449211F5}" destId="{575FE271-72F7-B048-965D-1A6482142FB2}" srcOrd="7" destOrd="0" presId="urn:microsoft.com/office/officeart/2008/layout/VerticalCurvedList"/>
    <dgm:cxn modelId="{A7175BBA-23CF-3F45-A53C-3A820643A4B4}" type="presParOf" srcId="{A5A1BA1E-1A5D-1C44-B6BE-DAD0449211F5}" destId="{62F4A8C8-FEF9-964F-ADB8-8D576337A7B4}" srcOrd="8" destOrd="0" presId="urn:microsoft.com/office/officeart/2008/layout/VerticalCurvedList"/>
    <dgm:cxn modelId="{58FBDDED-C683-484B-AE6B-67A095DA5254}" type="presParOf" srcId="{62F4A8C8-FEF9-964F-ADB8-8D576337A7B4}" destId="{EC1EB858-8F56-4244-9083-45031D713C5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45409D-6177-324B-B9DC-F8BEA4D26B1C}">
      <dsp:nvSpPr>
        <dsp:cNvPr id="0" name=""/>
        <dsp:cNvSpPr/>
      </dsp:nvSpPr>
      <dsp:spPr>
        <a:xfrm>
          <a:off x="0" y="1770022"/>
          <a:ext cx="9907431" cy="2360030"/>
        </a:xfrm>
        <a:prstGeom prst="notched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F6AE30-ECAA-3C44-8D13-242EBEBCB73C}">
      <dsp:nvSpPr>
        <dsp:cNvPr id="0" name=""/>
        <dsp:cNvSpPr/>
      </dsp:nvSpPr>
      <dsp:spPr>
        <a:xfrm>
          <a:off x="3918" y="0"/>
          <a:ext cx="1713240" cy="2360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480" tIns="284480" rIns="284480" bIns="284480" numCol="1" spcCol="1270" anchor="b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latin typeface="Cambria Math" panose="02040503050406030204" pitchFamily="18" charset="0"/>
              <a:ea typeface="Cambria Math" panose="02040503050406030204" pitchFamily="18" charset="0"/>
            </a:rPr>
            <a:t>2022 (Y1)</a:t>
          </a:r>
        </a:p>
      </dsp:txBody>
      <dsp:txXfrm>
        <a:off x="3918" y="0"/>
        <a:ext cx="1713240" cy="2360030"/>
      </dsp:txXfrm>
    </dsp:sp>
    <dsp:sp modelId="{9FBC37CB-9939-DA48-BF3E-DA22264A2786}">
      <dsp:nvSpPr>
        <dsp:cNvPr id="0" name=""/>
        <dsp:cNvSpPr/>
      </dsp:nvSpPr>
      <dsp:spPr>
        <a:xfrm>
          <a:off x="565535" y="2655033"/>
          <a:ext cx="590007" cy="590007"/>
        </a:xfrm>
        <a:prstGeom prst="ellipse">
          <a:avLst/>
        </a:prstGeom>
        <a:solidFill>
          <a:schemeClr val="accent4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876897-DEE4-5745-8363-8633B647FDBB}">
      <dsp:nvSpPr>
        <dsp:cNvPr id="0" name=""/>
        <dsp:cNvSpPr/>
      </dsp:nvSpPr>
      <dsp:spPr>
        <a:xfrm>
          <a:off x="1802821" y="3540045"/>
          <a:ext cx="1713240" cy="2360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480" tIns="284480" rIns="284480" bIns="28448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latin typeface="Cambria Math" panose="02040503050406030204" pitchFamily="18" charset="0"/>
              <a:ea typeface="Cambria Math" panose="02040503050406030204" pitchFamily="18" charset="0"/>
            </a:rPr>
            <a:t>2023 (Y2)</a:t>
          </a:r>
        </a:p>
      </dsp:txBody>
      <dsp:txXfrm>
        <a:off x="1802821" y="3540045"/>
        <a:ext cx="1713240" cy="2360030"/>
      </dsp:txXfrm>
    </dsp:sp>
    <dsp:sp modelId="{1881B784-0A7B-D942-A894-1B422DBB38EF}">
      <dsp:nvSpPr>
        <dsp:cNvPr id="0" name=""/>
        <dsp:cNvSpPr/>
      </dsp:nvSpPr>
      <dsp:spPr>
        <a:xfrm>
          <a:off x="2364437" y="2655033"/>
          <a:ext cx="590007" cy="590007"/>
        </a:xfrm>
        <a:prstGeom prst="ellipse">
          <a:avLst/>
        </a:prstGeom>
        <a:solidFill>
          <a:schemeClr val="accent4">
            <a:alpha val="90000"/>
            <a:hueOff val="0"/>
            <a:satOff val="0"/>
            <a:lumOff val="0"/>
            <a:alphaOff val="-1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621BE1-DB17-0147-AFB1-AFF9BB4B186C}">
      <dsp:nvSpPr>
        <dsp:cNvPr id="0" name=""/>
        <dsp:cNvSpPr/>
      </dsp:nvSpPr>
      <dsp:spPr>
        <a:xfrm>
          <a:off x="3601723" y="0"/>
          <a:ext cx="1713240" cy="2360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480" tIns="284480" rIns="284480" bIns="284480" numCol="1" spcCol="1270" anchor="b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latin typeface="Cambria Math" panose="02040503050406030204" pitchFamily="18" charset="0"/>
              <a:ea typeface="Cambria Math" panose="02040503050406030204" pitchFamily="18" charset="0"/>
            </a:rPr>
            <a:t>2024 (Y3)</a:t>
          </a:r>
        </a:p>
      </dsp:txBody>
      <dsp:txXfrm>
        <a:off x="3601723" y="0"/>
        <a:ext cx="1713240" cy="2360030"/>
      </dsp:txXfrm>
    </dsp:sp>
    <dsp:sp modelId="{EDA9F8C6-C0A4-0441-9CEA-9AB7D571DD3C}">
      <dsp:nvSpPr>
        <dsp:cNvPr id="0" name=""/>
        <dsp:cNvSpPr/>
      </dsp:nvSpPr>
      <dsp:spPr>
        <a:xfrm>
          <a:off x="4163340" y="2655033"/>
          <a:ext cx="590007" cy="590007"/>
        </a:xfrm>
        <a:prstGeom prst="ellipse">
          <a:avLst/>
        </a:prstGeom>
        <a:solidFill>
          <a:schemeClr val="accent4">
            <a:alpha val="90000"/>
            <a:hueOff val="0"/>
            <a:satOff val="0"/>
            <a:lumOff val="0"/>
            <a:alphaOff val="-2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B7776B-8064-624F-BE67-27CF7646BFA3}">
      <dsp:nvSpPr>
        <dsp:cNvPr id="0" name=""/>
        <dsp:cNvSpPr/>
      </dsp:nvSpPr>
      <dsp:spPr>
        <a:xfrm>
          <a:off x="5400626" y="3540045"/>
          <a:ext cx="1713240" cy="2360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480" tIns="284480" rIns="284480" bIns="28448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latin typeface="Cambria Math" panose="02040503050406030204" pitchFamily="18" charset="0"/>
              <a:ea typeface="Cambria Math" panose="02040503050406030204" pitchFamily="18" charset="0"/>
            </a:rPr>
            <a:t>2025 (Y4)</a:t>
          </a:r>
        </a:p>
      </dsp:txBody>
      <dsp:txXfrm>
        <a:off x="5400626" y="3540045"/>
        <a:ext cx="1713240" cy="2360030"/>
      </dsp:txXfrm>
    </dsp:sp>
    <dsp:sp modelId="{500F6200-5995-FB47-B365-F3A1043A7986}">
      <dsp:nvSpPr>
        <dsp:cNvPr id="0" name=""/>
        <dsp:cNvSpPr/>
      </dsp:nvSpPr>
      <dsp:spPr>
        <a:xfrm>
          <a:off x="5962242" y="2655033"/>
          <a:ext cx="590007" cy="590007"/>
        </a:xfrm>
        <a:prstGeom prst="ellipse">
          <a:avLst/>
        </a:prstGeom>
        <a:solidFill>
          <a:schemeClr val="accent4">
            <a:alpha val="90000"/>
            <a:hueOff val="0"/>
            <a:satOff val="0"/>
            <a:lumOff val="0"/>
            <a:alphaOff val="-3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8AAFCA-39B8-2C4C-B4F2-60FC5BECDD23}">
      <dsp:nvSpPr>
        <dsp:cNvPr id="0" name=""/>
        <dsp:cNvSpPr/>
      </dsp:nvSpPr>
      <dsp:spPr>
        <a:xfrm>
          <a:off x="7199528" y="0"/>
          <a:ext cx="1713240" cy="2360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480" tIns="284480" rIns="284480" bIns="284480" numCol="1" spcCol="1270" anchor="b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>
              <a:latin typeface="Cambria Math" panose="02040503050406030204" pitchFamily="18" charset="0"/>
              <a:ea typeface="Cambria Math" panose="02040503050406030204" pitchFamily="18" charset="0"/>
            </a:rPr>
            <a:t>2026</a:t>
          </a:r>
        </a:p>
      </dsp:txBody>
      <dsp:txXfrm>
        <a:off x="7199528" y="0"/>
        <a:ext cx="1713240" cy="2360030"/>
      </dsp:txXfrm>
    </dsp:sp>
    <dsp:sp modelId="{3EFD01D8-2E4F-0343-B666-155054B16CD9}">
      <dsp:nvSpPr>
        <dsp:cNvPr id="0" name=""/>
        <dsp:cNvSpPr/>
      </dsp:nvSpPr>
      <dsp:spPr>
        <a:xfrm>
          <a:off x="7761145" y="2655033"/>
          <a:ext cx="590007" cy="590007"/>
        </a:xfrm>
        <a:prstGeom prst="ellipse">
          <a:avLst/>
        </a:prstGeom>
        <a:solidFill>
          <a:schemeClr val="accent4">
            <a:alpha val="90000"/>
            <a:hueOff val="0"/>
            <a:satOff val="0"/>
            <a:lumOff val="0"/>
            <a:alphaOff val="-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2CB8AC-FAB3-F346-A88D-1B9D0327C2E1}">
      <dsp:nvSpPr>
        <dsp:cNvPr id="0" name=""/>
        <dsp:cNvSpPr/>
      </dsp:nvSpPr>
      <dsp:spPr>
        <a:xfrm>
          <a:off x="0" y="709646"/>
          <a:ext cx="8128000" cy="187818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937260" rIns="630823" bIns="320040" numCol="1" spcCol="1270" anchor="t" anchorCtr="0">
          <a:noAutofit/>
        </a:bodyPr>
        <a:lstStyle/>
        <a:p>
          <a:pPr marL="285750" lvl="1" indent="-285750" algn="l" defTabSz="2000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500" kern="1200" dirty="0">
              <a:latin typeface="Cambria Math" panose="02040503050406030204" pitchFamily="18" charset="0"/>
              <a:ea typeface="Cambria Math" panose="02040503050406030204" pitchFamily="18" charset="0"/>
            </a:rPr>
            <a:t>How many years?</a:t>
          </a:r>
        </a:p>
      </dsp:txBody>
      <dsp:txXfrm>
        <a:off x="0" y="709646"/>
        <a:ext cx="8128000" cy="1878187"/>
      </dsp:txXfrm>
    </dsp:sp>
    <dsp:sp modelId="{99F420EA-2C5E-B942-9CAD-2D6AE567E7E0}">
      <dsp:nvSpPr>
        <dsp:cNvPr id="0" name=""/>
        <dsp:cNvSpPr/>
      </dsp:nvSpPr>
      <dsp:spPr>
        <a:xfrm>
          <a:off x="406400" y="45446"/>
          <a:ext cx="5689599" cy="13284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>
              <a:latin typeface="Cambria Math" panose="02040503050406030204" pitchFamily="18" charset="0"/>
              <a:ea typeface="Cambria Math" panose="02040503050406030204" pitchFamily="18" charset="0"/>
            </a:rPr>
            <a:t>1. Term</a:t>
          </a:r>
        </a:p>
      </dsp:txBody>
      <dsp:txXfrm>
        <a:off x="471247" y="110293"/>
        <a:ext cx="5559905" cy="1198706"/>
      </dsp:txXfrm>
    </dsp:sp>
    <dsp:sp modelId="{27711805-C86C-7F44-B2C2-751B0586154D}">
      <dsp:nvSpPr>
        <dsp:cNvPr id="0" name=""/>
        <dsp:cNvSpPr/>
      </dsp:nvSpPr>
      <dsp:spPr>
        <a:xfrm>
          <a:off x="0" y="3495033"/>
          <a:ext cx="8128000" cy="187818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0823" tIns="937260" rIns="630823" bIns="320040" numCol="1" spcCol="1270" anchor="t" anchorCtr="0">
          <a:noAutofit/>
        </a:bodyPr>
        <a:lstStyle/>
        <a:p>
          <a:pPr marL="285750" lvl="1" indent="-285750" algn="l" defTabSz="2000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500" kern="1200" dirty="0">
              <a:latin typeface="Cambria Math" panose="02040503050406030204" pitchFamily="18" charset="0"/>
              <a:ea typeface="Cambria Math" panose="02040503050406030204" pitchFamily="18" charset="0"/>
            </a:rPr>
            <a:t>How much $ every year?</a:t>
          </a:r>
        </a:p>
      </dsp:txBody>
      <dsp:txXfrm>
        <a:off x="0" y="3495033"/>
        <a:ext cx="8128000" cy="1878187"/>
      </dsp:txXfrm>
    </dsp:sp>
    <dsp:sp modelId="{4202EF24-ED58-BB46-B692-D64B551209AB}">
      <dsp:nvSpPr>
        <dsp:cNvPr id="0" name=""/>
        <dsp:cNvSpPr/>
      </dsp:nvSpPr>
      <dsp:spPr>
        <a:xfrm>
          <a:off x="406400" y="2830833"/>
          <a:ext cx="5689599" cy="13284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>
              <a:latin typeface="Cambria Math" panose="02040503050406030204" pitchFamily="18" charset="0"/>
              <a:ea typeface="Cambria Math" panose="02040503050406030204" pitchFamily="18" charset="0"/>
            </a:rPr>
            <a:t>2. AAV</a:t>
          </a:r>
        </a:p>
      </dsp:txBody>
      <dsp:txXfrm>
        <a:off x="471247" y="2895680"/>
        <a:ext cx="5559905" cy="11987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80DC2C-E6E3-664E-B411-F3B0253EDCFF}">
      <dsp:nvSpPr>
        <dsp:cNvPr id="0" name=""/>
        <dsp:cNvSpPr/>
      </dsp:nvSpPr>
      <dsp:spPr>
        <a:xfrm>
          <a:off x="2253214" y="240213"/>
          <a:ext cx="4767319" cy="1655627"/>
        </a:xfrm>
        <a:prstGeom prst="ellipse">
          <a:avLst/>
        </a:prstGeom>
        <a:solidFill>
          <a:schemeClr val="accent4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AAD6F3-2638-9D4F-99A5-62D1800E42D5}">
      <dsp:nvSpPr>
        <dsp:cNvPr id="0" name=""/>
        <dsp:cNvSpPr/>
      </dsp:nvSpPr>
      <dsp:spPr>
        <a:xfrm>
          <a:off x="4182315" y="4320045"/>
          <a:ext cx="923899" cy="591295"/>
        </a:xfrm>
        <a:prstGeom prst="downArrow">
          <a:avLst/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6A0A83-C501-FB41-BD90-91D67C5AB26C}">
      <dsp:nvSpPr>
        <dsp:cNvPr id="0" name=""/>
        <dsp:cNvSpPr/>
      </dsp:nvSpPr>
      <dsp:spPr>
        <a:xfrm>
          <a:off x="2426907" y="4804275"/>
          <a:ext cx="4434715" cy="11086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4048" tIns="384048" rIns="384048" bIns="384048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 dirty="0">
              <a:latin typeface="Cambria Math" panose="02040503050406030204" pitchFamily="18" charset="0"/>
              <a:ea typeface="Cambria Math" panose="02040503050406030204" pitchFamily="18" charset="0"/>
            </a:rPr>
            <a:t>$95.5M</a:t>
          </a:r>
        </a:p>
      </dsp:txBody>
      <dsp:txXfrm>
        <a:off x="2426907" y="4804275"/>
        <a:ext cx="4434715" cy="1108678"/>
      </dsp:txXfrm>
    </dsp:sp>
    <dsp:sp modelId="{4E02D510-48C1-384D-9F34-EDF6E493506E}">
      <dsp:nvSpPr>
        <dsp:cNvPr id="0" name=""/>
        <dsp:cNvSpPr/>
      </dsp:nvSpPr>
      <dsp:spPr>
        <a:xfrm>
          <a:off x="3986448" y="2023708"/>
          <a:ext cx="1663018" cy="166301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>
              <a:latin typeface="Cambria Math" panose="02040503050406030204" pitchFamily="18" charset="0"/>
              <a:ea typeface="Cambria Math" panose="02040503050406030204" pitchFamily="18" charset="0"/>
            </a:rPr>
            <a:t>2 G</a:t>
          </a:r>
        </a:p>
      </dsp:txBody>
      <dsp:txXfrm>
        <a:off x="4229991" y="2267251"/>
        <a:ext cx="1175932" cy="1175932"/>
      </dsp:txXfrm>
    </dsp:sp>
    <dsp:sp modelId="{653D8CF1-C5D9-5A4F-8A80-D048F9232C95}">
      <dsp:nvSpPr>
        <dsp:cNvPr id="0" name=""/>
        <dsp:cNvSpPr/>
      </dsp:nvSpPr>
      <dsp:spPr>
        <a:xfrm>
          <a:off x="2796466" y="776075"/>
          <a:ext cx="1663018" cy="166301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>
              <a:latin typeface="Cambria Math" panose="02040503050406030204" pitchFamily="18" charset="0"/>
              <a:ea typeface="Cambria Math" panose="02040503050406030204" pitchFamily="18" charset="0"/>
            </a:rPr>
            <a:t>6 D</a:t>
          </a:r>
        </a:p>
      </dsp:txBody>
      <dsp:txXfrm>
        <a:off x="3040009" y="1019618"/>
        <a:ext cx="1175932" cy="1175932"/>
      </dsp:txXfrm>
    </dsp:sp>
    <dsp:sp modelId="{615DB829-11F1-644A-963E-AA07096E51F8}">
      <dsp:nvSpPr>
        <dsp:cNvPr id="0" name=""/>
        <dsp:cNvSpPr/>
      </dsp:nvSpPr>
      <dsp:spPr>
        <a:xfrm>
          <a:off x="4496441" y="373994"/>
          <a:ext cx="1663018" cy="166301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>
              <a:latin typeface="Cambria Math" panose="02040503050406030204" pitchFamily="18" charset="0"/>
              <a:ea typeface="Cambria Math" panose="02040503050406030204" pitchFamily="18" charset="0"/>
            </a:rPr>
            <a:t>12 F</a:t>
          </a:r>
        </a:p>
      </dsp:txBody>
      <dsp:txXfrm>
        <a:off x="4739984" y="617537"/>
        <a:ext cx="1175932" cy="1175932"/>
      </dsp:txXfrm>
    </dsp:sp>
    <dsp:sp modelId="{B3E90CE0-1BEB-294C-BF93-FE1F78CA3696}">
      <dsp:nvSpPr>
        <dsp:cNvPr id="0" name=""/>
        <dsp:cNvSpPr/>
      </dsp:nvSpPr>
      <dsp:spPr>
        <a:xfrm>
          <a:off x="2057347" y="36955"/>
          <a:ext cx="5173834" cy="4139067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B6F55D-9B74-FF4B-B500-DD83B5932E9F}">
      <dsp:nvSpPr>
        <dsp:cNvPr id="0" name=""/>
        <dsp:cNvSpPr/>
      </dsp:nvSpPr>
      <dsp:spPr>
        <a:xfrm>
          <a:off x="-6126981" y="-937410"/>
          <a:ext cx="7293488" cy="7293488"/>
        </a:xfrm>
        <a:prstGeom prst="blockArc">
          <a:avLst>
            <a:gd name="adj1" fmla="val 18900000"/>
            <a:gd name="adj2" fmla="val 2700000"/>
            <a:gd name="adj3" fmla="val 296"/>
          </a:avLst>
        </a:prstGeom>
        <a:noFill/>
        <a:ln w="1905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0090D2-A00D-D241-AB32-FE7E5BC6B5B8}">
      <dsp:nvSpPr>
        <dsp:cNvPr id="0" name=""/>
        <dsp:cNvSpPr/>
      </dsp:nvSpPr>
      <dsp:spPr>
        <a:xfrm>
          <a:off x="610504" y="416587"/>
          <a:ext cx="7440913" cy="83360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96520" rIns="96520" bIns="9652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latin typeface="Cambria Math" panose="02040503050406030204" pitchFamily="18" charset="0"/>
              <a:ea typeface="Cambria Math" panose="02040503050406030204" pitchFamily="18" charset="0"/>
            </a:rPr>
            <a:t>Term is difficult to predict.</a:t>
          </a:r>
        </a:p>
      </dsp:txBody>
      <dsp:txXfrm>
        <a:off x="610504" y="416587"/>
        <a:ext cx="7440913" cy="833607"/>
      </dsp:txXfrm>
    </dsp:sp>
    <dsp:sp modelId="{832829F5-3822-CD4A-B26A-DA79B5CD19C5}">
      <dsp:nvSpPr>
        <dsp:cNvPr id="0" name=""/>
        <dsp:cNvSpPr/>
      </dsp:nvSpPr>
      <dsp:spPr>
        <a:xfrm>
          <a:off x="89500" y="312386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E6E797-9EFD-4C4B-9EDE-9F0848A70058}">
      <dsp:nvSpPr>
        <dsp:cNvPr id="0" name=""/>
        <dsp:cNvSpPr/>
      </dsp:nvSpPr>
      <dsp:spPr>
        <a:xfrm>
          <a:off x="1088431" y="1667215"/>
          <a:ext cx="6962986" cy="83360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96520" rIns="96520" bIns="9652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latin typeface="Cambria Math" panose="02040503050406030204" pitchFamily="18" charset="0"/>
              <a:ea typeface="Cambria Math" panose="02040503050406030204" pitchFamily="18" charset="0"/>
            </a:rPr>
            <a:t>AAV is possible to predict.</a:t>
          </a:r>
        </a:p>
      </dsp:txBody>
      <dsp:txXfrm>
        <a:off x="1088431" y="1667215"/>
        <a:ext cx="6962986" cy="833607"/>
      </dsp:txXfrm>
    </dsp:sp>
    <dsp:sp modelId="{068B29C8-E193-FF45-B2E7-81D24961FF82}">
      <dsp:nvSpPr>
        <dsp:cNvPr id="0" name=""/>
        <dsp:cNvSpPr/>
      </dsp:nvSpPr>
      <dsp:spPr>
        <a:xfrm>
          <a:off x="567426" y="1563014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318474-EEF8-E447-BC43-F3C4942790B0}">
      <dsp:nvSpPr>
        <dsp:cNvPr id="0" name=""/>
        <dsp:cNvSpPr/>
      </dsp:nvSpPr>
      <dsp:spPr>
        <a:xfrm>
          <a:off x="1088431" y="2917843"/>
          <a:ext cx="6962986" cy="83360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96520" rIns="96520" bIns="9652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latin typeface="Cambria Math" panose="02040503050406030204" pitchFamily="18" charset="0"/>
              <a:ea typeface="Cambria Math" panose="02040503050406030204" pitchFamily="18" charset="0"/>
            </a:rPr>
            <a:t>AAV depends heavily on term.</a:t>
          </a:r>
        </a:p>
      </dsp:txBody>
      <dsp:txXfrm>
        <a:off x="1088431" y="2917843"/>
        <a:ext cx="6962986" cy="833607"/>
      </dsp:txXfrm>
    </dsp:sp>
    <dsp:sp modelId="{CFBC32E2-0D33-754B-B084-A9B56F25731C}">
      <dsp:nvSpPr>
        <dsp:cNvPr id="0" name=""/>
        <dsp:cNvSpPr/>
      </dsp:nvSpPr>
      <dsp:spPr>
        <a:xfrm>
          <a:off x="567426" y="2813642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5FE271-72F7-B048-965D-1A6482142FB2}">
      <dsp:nvSpPr>
        <dsp:cNvPr id="0" name=""/>
        <dsp:cNvSpPr/>
      </dsp:nvSpPr>
      <dsp:spPr>
        <a:xfrm>
          <a:off x="610504" y="4168472"/>
          <a:ext cx="7440913" cy="83360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1676" tIns="96520" rIns="96520" bIns="9652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latin typeface="Cambria Math" panose="02040503050406030204" pitchFamily="18" charset="0"/>
              <a:ea typeface="Cambria Math" panose="02040503050406030204" pitchFamily="18" charset="0"/>
            </a:rPr>
            <a:t>Offer multiple possibilities.</a:t>
          </a:r>
        </a:p>
      </dsp:txBody>
      <dsp:txXfrm>
        <a:off x="610504" y="4168472"/>
        <a:ext cx="7440913" cy="833607"/>
      </dsp:txXfrm>
    </dsp:sp>
    <dsp:sp modelId="{EC1EB858-8F56-4244-9083-45031D713C5E}">
      <dsp:nvSpPr>
        <dsp:cNvPr id="0" name=""/>
        <dsp:cNvSpPr/>
      </dsp:nvSpPr>
      <dsp:spPr>
        <a:xfrm>
          <a:off x="89500" y="4064271"/>
          <a:ext cx="1042009" cy="104200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45A381-7B0D-FA47-B45A-5742BCADC568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476FC0-9A52-EA4E-A147-2C8518D5A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93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3/4/26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971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3/4/26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021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3/4/26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382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3/4/26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814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3/4/26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072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3/4/26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587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3/4/26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206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3/4/26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503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3/4/26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03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3/4/26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68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C6876-C5F6-C848-9706-E462062BCA22}" type="datetimeFigureOut">
              <a:rPr lang="en-US" smtClean="0"/>
              <a:t>3/4/26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411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BCC6876-C5F6-C848-9706-E462062BCA22}" type="datetimeFigureOut">
              <a:rPr lang="en-US" smtClean="0"/>
              <a:t>3/4/26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065ECA0-D4FA-424F-AE36-1F9D120E4AF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5746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FB77E-FA52-D8E1-77B9-CC6A6D1ECA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37745"/>
            <a:ext cx="9144000" cy="158251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Tahoma" panose="020B0604030504040204" pitchFamily="34" charset="0"/>
              </a:rPr>
              <a:t>Can we accurately predict NHL free agents’ contracts?</a:t>
            </a:r>
          </a:p>
        </p:txBody>
      </p:sp>
    </p:spTree>
    <p:extLst>
      <p:ext uri="{BB962C8B-B14F-4D97-AF65-F5344CB8AC3E}">
        <p14:creationId xmlns:p14="http://schemas.microsoft.com/office/powerpoint/2010/main" val="3728418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FD5B3-C33D-70A3-7262-5DA9A8231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D92DC63-16C4-51CA-DEE0-E559FA238D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2148823"/>
              </p:ext>
            </p:extLst>
          </p:nvPr>
        </p:nvGraphicFramePr>
        <p:xfrm>
          <a:off x="1142284" y="478962"/>
          <a:ext cx="9907431" cy="5900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Down Arrow 5">
            <a:extLst>
              <a:ext uri="{FF2B5EF4-FFF2-40B4-BE49-F238E27FC236}">
                <a16:creationId xmlns:a16="http://schemas.microsoft.com/office/drawing/2014/main" id="{3791BFBC-BD20-7D9F-BF2E-BAD594B2A022}"/>
              </a:ext>
            </a:extLst>
          </p:cNvPr>
          <p:cNvSpPr/>
          <p:nvPr/>
        </p:nvSpPr>
        <p:spPr>
          <a:xfrm flipV="1">
            <a:off x="1738649" y="4108362"/>
            <a:ext cx="540912" cy="850004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B01C32-1004-324B-D91C-B7EAEAAA3B00}"/>
              </a:ext>
            </a:extLst>
          </p:cNvPr>
          <p:cNvSpPr txBox="1">
            <a:spLocks/>
          </p:cNvSpPr>
          <p:nvPr/>
        </p:nvSpPr>
        <p:spPr>
          <a:xfrm>
            <a:off x="857017" y="5091126"/>
            <a:ext cx="2304176" cy="461665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Sign 4-year Deal</a:t>
            </a:r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B06C85B9-5203-722C-EFB6-6531A0ABCCFC}"/>
              </a:ext>
            </a:extLst>
          </p:cNvPr>
          <p:cNvSpPr/>
          <p:nvPr/>
        </p:nvSpPr>
        <p:spPr>
          <a:xfrm flipV="1">
            <a:off x="8922914" y="4108362"/>
            <a:ext cx="540912" cy="850004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B397B8-F785-AB5D-A441-363AA18246CB}"/>
              </a:ext>
            </a:extLst>
          </p:cNvPr>
          <p:cNvSpPr txBox="1">
            <a:spLocks/>
          </p:cNvSpPr>
          <p:nvPr/>
        </p:nvSpPr>
        <p:spPr>
          <a:xfrm>
            <a:off x="8387938" y="5091126"/>
            <a:ext cx="1610863" cy="4616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Free Agent</a:t>
            </a:r>
          </a:p>
        </p:txBody>
      </p:sp>
    </p:spTree>
    <p:extLst>
      <p:ext uri="{BB962C8B-B14F-4D97-AF65-F5344CB8AC3E}">
        <p14:creationId xmlns:p14="http://schemas.microsoft.com/office/powerpoint/2010/main" val="1186074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49348E7-D367-8F16-7D56-453B127CD1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301714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9905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5E0F5-B734-A0AA-291B-0F273CE35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2325070-DC66-F064-BA0F-7018A4523B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0939866"/>
              </p:ext>
            </p:extLst>
          </p:nvPr>
        </p:nvGraphicFramePr>
        <p:xfrm>
          <a:off x="1451735" y="627069"/>
          <a:ext cx="9288530" cy="59129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6641CBF-D6B0-257C-9495-449F0870727D}"/>
              </a:ext>
            </a:extLst>
          </p:cNvPr>
          <p:cNvSpPr txBox="1">
            <a:spLocks/>
          </p:cNvSpPr>
          <p:nvPr/>
        </p:nvSpPr>
        <p:spPr>
          <a:xfrm>
            <a:off x="10303098" y="6396335"/>
            <a:ext cx="1888901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Data: NHLPA</a:t>
            </a:r>
          </a:p>
        </p:txBody>
      </p:sp>
    </p:spTree>
    <p:extLst>
      <p:ext uri="{BB962C8B-B14F-4D97-AF65-F5344CB8AC3E}">
        <p14:creationId xmlns:p14="http://schemas.microsoft.com/office/powerpoint/2010/main" val="347186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6854B-DBA1-2213-DFAE-A3C98DA39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09DB7A-DEB5-8658-07F4-1C9B77EC4BFB}"/>
              </a:ext>
            </a:extLst>
          </p:cNvPr>
          <p:cNvSpPr txBox="1">
            <a:spLocks/>
          </p:cNvSpPr>
          <p:nvPr/>
        </p:nvSpPr>
        <p:spPr>
          <a:xfrm>
            <a:off x="5975797" y="6396335"/>
            <a:ext cx="6216204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Data: NHL and Spotrac | Models: @RentoSaijo</a:t>
            </a:r>
          </a:p>
        </p:txBody>
      </p:sp>
      <p:pic>
        <p:nvPicPr>
          <p:cNvPr id="13" name="Picture 12" descr="A screenshot of a music player&#10;&#10;AI-generated content may be incorrect.">
            <a:extLst>
              <a:ext uri="{FF2B5EF4-FFF2-40B4-BE49-F238E27FC236}">
                <a16:creationId xmlns:a16="http://schemas.microsoft.com/office/drawing/2014/main" id="{E5D3EF50-F2B0-604F-5B58-47DD4B61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29" y="736813"/>
            <a:ext cx="10298136" cy="538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422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3F20E-D69C-53AD-FE3A-9901AC15E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F704A5-D6F0-4486-F7F5-84C9DA8F50D6}"/>
              </a:ext>
            </a:extLst>
          </p:cNvPr>
          <p:cNvSpPr txBox="1">
            <a:spLocks/>
          </p:cNvSpPr>
          <p:nvPr/>
        </p:nvSpPr>
        <p:spPr>
          <a:xfrm>
            <a:off x="5975797" y="6396335"/>
            <a:ext cx="6216204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Data: NHL and Spotrac | Models: @RentoSaijo</a:t>
            </a:r>
          </a:p>
        </p:txBody>
      </p:sp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D19CC748-4239-0F8E-6A16-F05E9D410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924" y="740469"/>
            <a:ext cx="9003746" cy="5377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014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F28BD-93A5-CD0D-3396-1D78A49EA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DB7A3E-CBE7-AD02-C3A5-BE00591BF42D}"/>
              </a:ext>
            </a:extLst>
          </p:cNvPr>
          <p:cNvSpPr txBox="1">
            <a:spLocks/>
          </p:cNvSpPr>
          <p:nvPr/>
        </p:nvSpPr>
        <p:spPr>
          <a:xfrm>
            <a:off x="5975797" y="6396335"/>
            <a:ext cx="6216204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Data: NHL and Spotrac | Models: @RentoSaijo</a:t>
            </a:r>
          </a:p>
        </p:txBody>
      </p:sp>
      <p:pic>
        <p:nvPicPr>
          <p:cNvPr id="6" name="Picture 5" descr="A graph with green squares&#10;&#10;AI-generated content may be incorrect.">
            <a:extLst>
              <a:ext uri="{FF2B5EF4-FFF2-40B4-BE49-F238E27FC236}">
                <a16:creationId xmlns:a16="http://schemas.microsoft.com/office/drawing/2014/main" id="{337F8601-1FAC-755F-79ED-973294959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769" y="633926"/>
            <a:ext cx="10691695" cy="559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97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45F9D-E040-1F6D-7C88-3CF2A3FDF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29C06A8-015B-CCD3-566E-FBFB16E9C5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455996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1123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A4DED-F1DA-35FE-46A1-9ED5CBA49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A37E21BC-73F8-C701-5E90-5F94DCC2F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866" y="945181"/>
            <a:ext cx="7772400" cy="4967638"/>
          </a:xfrm>
          <a:prstGeom prst="rect">
            <a:avLst/>
          </a:prstGeom>
        </p:spPr>
      </p:pic>
      <p:pic>
        <p:nvPicPr>
          <p:cNvPr id="7" name="Picture 6" descr="A qr code with a few black squares&#10;&#10;AI-generated content may be incorrect.">
            <a:extLst>
              <a:ext uri="{FF2B5EF4-FFF2-40B4-BE49-F238E27FC236}">
                <a16:creationId xmlns:a16="http://schemas.microsoft.com/office/drawing/2014/main" id="{32ED9709-1B96-03AC-0375-F7F9DE9F6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4728" y="1337329"/>
            <a:ext cx="1721406" cy="1721406"/>
          </a:xfrm>
          <a:prstGeom prst="rect">
            <a:avLst/>
          </a:prstGeom>
        </p:spPr>
      </p:pic>
      <p:pic>
        <p:nvPicPr>
          <p:cNvPr id="9" name="Picture 8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AF62DBF2-6816-F893-B8ED-9174B5B78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4728" y="3799266"/>
            <a:ext cx="1721405" cy="172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109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2207</TotalTime>
  <Words>111</Words>
  <Application>Microsoft Macintosh PowerPoint</Application>
  <PresentationFormat>Widescreen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Can we accurately predict NHL free agents’ contracts?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Rento Saijo</dc:creator>
  <cp:lastModifiedBy>Rento Saijo</cp:lastModifiedBy>
  <cp:revision>50</cp:revision>
  <dcterms:created xsi:type="dcterms:W3CDTF">2025-10-15T20:32:50Z</dcterms:created>
  <dcterms:modified xsi:type="dcterms:W3CDTF">2026-03-05T03:46:32Z</dcterms:modified>
</cp:coreProperties>
</file>